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082"/>
  </p:normalViewPr>
  <p:slideViewPr>
    <p:cSldViewPr snapToGrid="0">
      <p:cViewPr varScale="1">
        <p:scale>
          <a:sx n="50" d="100"/>
          <a:sy n="50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BC208-7912-48AF-97F7-EC1DFB1753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C7A5F3-A299-43E3-A686-8882F9D3A8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Classify mushrooms as Toxic or Non-toxic.</a:t>
          </a:r>
        </a:p>
      </dgm:t>
    </dgm:pt>
    <dgm:pt modelId="{F11A1DF0-500F-4B7A-92B3-711E404E57CC}" type="parTrans" cxnId="{A385AA69-A4F6-4A01-BC7D-680534273CDE}">
      <dgm:prSet/>
      <dgm:spPr/>
      <dgm:t>
        <a:bodyPr/>
        <a:lstStyle/>
        <a:p>
          <a:endParaRPr lang="en-US"/>
        </a:p>
      </dgm:t>
    </dgm:pt>
    <dgm:pt modelId="{6B9D0C76-A46D-494C-BD9C-C48F52BD4A07}" type="sibTrans" cxnId="{A385AA69-A4F6-4A01-BC7D-680534273CDE}">
      <dgm:prSet/>
      <dgm:spPr/>
      <dgm:t>
        <a:bodyPr/>
        <a:lstStyle/>
        <a:p>
          <a:endParaRPr lang="en-US"/>
        </a:p>
      </dgm:t>
    </dgm:pt>
    <dgm:pt modelId="{2CA74B06-4C5A-468D-9ED7-D6F43B89B7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Dataset: UCI Mushroom Dataset</a:t>
          </a:r>
        </a:p>
      </dgm:t>
    </dgm:pt>
    <dgm:pt modelId="{90B66745-B2A6-49E4-A3D3-417C049F4F9E}" type="parTrans" cxnId="{DBDA3E8C-AE57-406F-9F8D-4FFE5A95331C}">
      <dgm:prSet/>
      <dgm:spPr/>
      <dgm:t>
        <a:bodyPr/>
        <a:lstStyle/>
        <a:p>
          <a:endParaRPr lang="en-US"/>
        </a:p>
      </dgm:t>
    </dgm:pt>
    <dgm:pt modelId="{0A665F3F-75CF-406F-BF59-AA9D9B65FACB}" type="sibTrans" cxnId="{DBDA3E8C-AE57-406F-9F8D-4FFE5A95331C}">
      <dgm:prSet/>
      <dgm:spPr/>
      <dgm:t>
        <a:bodyPr/>
        <a:lstStyle/>
        <a:p>
          <a:endParaRPr lang="en-US"/>
        </a:p>
      </dgm:t>
    </dgm:pt>
    <dgm:pt modelId="{BDE8DDB6-FEF8-446F-8775-9F06953BF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Methodology: Logistic Regression with Gradient Descent</a:t>
          </a:r>
        </a:p>
      </dgm:t>
    </dgm:pt>
    <dgm:pt modelId="{9BD7A31F-900C-41F6-A0E1-D67A85378562}" type="parTrans" cxnId="{18D382D1-9BB6-4BE4-95FA-D4DC845F5CE4}">
      <dgm:prSet/>
      <dgm:spPr/>
      <dgm:t>
        <a:bodyPr/>
        <a:lstStyle/>
        <a:p>
          <a:endParaRPr lang="en-US"/>
        </a:p>
      </dgm:t>
    </dgm:pt>
    <dgm:pt modelId="{F3C3D459-86F8-4268-AA70-68FD5F106817}" type="sibTrans" cxnId="{18D382D1-9BB6-4BE4-95FA-D4DC845F5CE4}">
      <dgm:prSet/>
      <dgm:spPr/>
      <dgm:t>
        <a:bodyPr/>
        <a:lstStyle/>
        <a:p>
          <a:endParaRPr lang="en-US"/>
        </a:p>
      </dgm:t>
    </dgm:pt>
    <dgm:pt modelId="{1537EC65-EFF3-4AF7-A099-AC32237E6B6E}" type="pres">
      <dgm:prSet presAssocID="{65CBC208-7912-48AF-97F7-EC1DFB175324}" presName="root" presStyleCnt="0">
        <dgm:presLayoutVars>
          <dgm:dir/>
          <dgm:resizeHandles val="exact"/>
        </dgm:presLayoutVars>
      </dgm:prSet>
      <dgm:spPr/>
    </dgm:pt>
    <dgm:pt modelId="{0D9C8CA2-CD51-4BDC-AEA2-CD7E0786A02F}" type="pres">
      <dgm:prSet presAssocID="{88C7A5F3-A299-43E3-A686-8882F9D3A87A}" presName="compNode" presStyleCnt="0"/>
      <dgm:spPr/>
    </dgm:pt>
    <dgm:pt modelId="{A73DBF2F-6E01-44BC-8BD6-1F2F2434801F}" type="pres">
      <dgm:prSet presAssocID="{88C7A5F3-A299-43E3-A686-8882F9D3A87A}" presName="bgRect" presStyleLbl="bgShp" presStyleIdx="0" presStyleCnt="3"/>
      <dgm:spPr/>
    </dgm:pt>
    <dgm:pt modelId="{A381CB5E-BBFD-4245-B3E2-FAB62DCA1684}" type="pres">
      <dgm:prSet presAssocID="{88C7A5F3-A299-43E3-A686-8882F9D3A8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6E02799A-1FCC-40B5-A0E9-DC3E3353FBBA}" type="pres">
      <dgm:prSet presAssocID="{88C7A5F3-A299-43E3-A686-8882F9D3A87A}" presName="spaceRect" presStyleCnt="0"/>
      <dgm:spPr/>
    </dgm:pt>
    <dgm:pt modelId="{76FB616B-76B4-4A7A-B92A-542B35C5147D}" type="pres">
      <dgm:prSet presAssocID="{88C7A5F3-A299-43E3-A686-8882F9D3A87A}" presName="parTx" presStyleLbl="revTx" presStyleIdx="0" presStyleCnt="3">
        <dgm:presLayoutVars>
          <dgm:chMax val="0"/>
          <dgm:chPref val="0"/>
        </dgm:presLayoutVars>
      </dgm:prSet>
      <dgm:spPr/>
    </dgm:pt>
    <dgm:pt modelId="{072498B3-BF7C-4524-89C3-EB9B3420CC51}" type="pres">
      <dgm:prSet presAssocID="{6B9D0C76-A46D-494C-BD9C-C48F52BD4A07}" presName="sibTrans" presStyleCnt="0"/>
      <dgm:spPr/>
    </dgm:pt>
    <dgm:pt modelId="{140273D4-C901-45E2-BC6B-38740EC2A7C0}" type="pres">
      <dgm:prSet presAssocID="{2CA74B06-4C5A-468D-9ED7-D6F43B89B74F}" presName="compNode" presStyleCnt="0"/>
      <dgm:spPr/>
    </dgm:pt>
    <dgm:pt modelId="{F6B50361-CF67-400B-BB98-790B83903366}" type="pres">
      <dgm:prSet presAssocID="{2CA74B06-4C5A-468D-9ED7-D6F43B89B74F}" presName="bgRect" presStyleLbl="bgShp" presStyleIdx="1" presStyleCnt="3"/>
      <dgm:spPr/>
    </dgm:pt>
    <dgm:pt modelId="{04DF55F3-28C1-46E8-8A63-C997747BD81F}" type="pres">
      <dgm:prSet presAssocID="{2CA74B06-4C5A-468D-9ED7-D6F43B89B7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FD7A4E9-6DA9-41F3-8190-F14E65A6881F}" type="pres">
      <dgm:prSet presAssocID="{2CA74B06-4C5A-468D-9ED7-D6F43B89B74F}" presName="spaceRect" presStyleCnt="0"/>
      <dgm:spPr/>
    </dgm:pt>
    <dgm:pt modelId="{070D7F3B-84B2-49CC-A386-8C903CBAFB7E}" type="pres">
      <dgm:prSet presAssocID="{2CA74B06-4C5A-468D-9ED7-D6F43B89B74F}" presName="parTx" presStyleLbl="revTx" presStyleIdx="1" presStyleCnt="3">
        <dgm:presLayoutVars>
          <dgm:chMax val="0"/>
          <dgm:chPref val="0"/>
        </dgm:presLayoutVars>
      </dgm:prSet>
      <dgm:spPr/>
    </dgm:pt>
    <dgm:pt modelId="{5FCC1410-F535-4B42-B9EC-78498F0AAE1A}" type="pres">
      <dgm:prSet presAssocID="{0A665F3F-75CF-406F-BF59-AA9D9B65FACB}" presName="sibTrans" presStyleCnt="0"/>
      <dgm:spPr/>
    </dgm:pt>
    <dgm:pt modelId="{F278ADBF-68BD-4851-BCA0-FA428911D770}" type="pres">
      <dgm:prSet presAssocID="{BDE8DDB6-FEF8-446F-8775-9F06953BF4E8}" presName="compNode" presStyleCnt="0"/>
      <dgm:spPr/>
    </dgm:pt>
    <dgm:pt modelId="{3F3F9016-29B2-4A36-9AD3-EF34C5426962}" type="pres">
      <dgm:prSet presAssocID="{BDE8DDB6-FEF8-446F-8775-9F06953BF4E8}" presName="bgRect" presStyleLbl="bgShp" presStyleIdx="2" presStyleCnt="3"/>
      <dgm:spPr/>
    </dgm:pt>
    <dgm:pt modelId="{9CAB88BF-7832-4F89-94A8-446B0D2B81DD}" type="pres">
      <dgm:prSet presAssocID="{BDE8DDB6-FEF8-446F-8775-9F06953BF4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F9F0B8E-44CA-45E8-94A3-F2EC07C805E3}" type="pres">
      <dgm:prSet presAssocID="{BDE8DDB6-FEF8-446F-8775-9F06953BF4E8}" presName="spaceRect" presStyleCnt="0"/>
      <dgm:spPr/>
    </dgm:pt>
    <dgm:pt modelId="{029DC1CB-A346-4BF9-9592-31CAF63455C1}" type="pres">
      <dgm:prSet presAssocID="{BDE8DDB6-FEF8-446F-8775-9F06953BF4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D561742-A402-4580-A7B0-DB183A80E06F}" type="presOf" srcId="{65CBC208-7912-48AF-97F7-EC1DFB175324}" destId="{1537EC65-EFF3-4AF7-A099-AC32237E6B6E}" srcOrd="0" destOrd="0" presId="urn:microsoft.com/office/officeart/2018/2/layout/IconVerticalSolidList"/>
    <dgm:cxn modelId="{A385AA69-A4F6-4A01-BC7D-680534273CDE}" srcId="{65CBC208-7912-48AF-97F7-EC1DFB175324}" destId="{88C7A5F3-A299-43E3-A686-8882F9D3A87A}" srcOrd="0" destOrd="0" parTransId="{F11A1DF0-500F-4B7A-92B3-711E404E57CC}" sibTransId="{6B9D0C76-A46D-494C-BD9C-C48F52BD4A07}"/>
    <dgm:cxn modelId="{F6A6397E-2679-40CF-82E7-3FF15DB46E8A}" type="presOf" srcId="{BDE8DDB6-FEF8-446F-8775-9F06953BF4E8}" destId="{029DC1CB-A346-4BF9-9592-31CAF63455C1}" srcOrd="0" destOrd="0" presId="urn:microsoft.com/office/officeart/2018/2/layout/IconVerticalSolidList"/>
    <dgm:cxn modelId="{DBDA3E8C-AE57-406F-9F8D-4FFE5A95331C}" srcId="{65CBC208-7912-48AF-97F7-EC1DFB175324}" destId="{2CA74B06-4C5A-468D-9ED7-D6F43B89B74F}" srcOrd="1" destOrd="0" parTransId="{90B66745-B2A6-49E4-A3D3-417C049F4F9E}" sibTransId="{0A665F3F-75CF-406F-BF59-AA9D9B65FACB}"/>
    <dgm:cxn modelId="{8D68A9C4-411E-440E-8729-ED0BEF3DDB20}" type="presOf" srcId="{2CA74B06-4C5A-468D-9ED7-D6F43B89B74F}" destId="{070D7F3B-84B2-49CC-A386-8C903CBAFB7E}" srcOrd="0" destOrd="0" presId="urn:microsoft.com/office/officeart/2018/2/layout/IconVerticalSolidList"/>
    <dgm:cxn modelId="{18D382D1-9BB6-4BE4-95FA-D4DC845F5CE4}" srcId="{65CBC208-7912-48AF-97F7-EC1DFB175324}" destId="{BDE8DDB6-FEF8-446F-8775-9F06953BF4E8}" srcOrd="2" destOrd="0" parTransId="{9BD7A31F-900C-41F6-A0E1-D67A85378562}" sibTransId="{F3C3D459-86F8-4268-AA70-68FD5F106817}"/>
    <dgm:cxn modelId="{9CF051F3-E5EA-4564-9317-9A3CEA0D7464}" type="presOf" srcId="{88C7A5F3-A299-43E3-A686-8882F9D3A87A}" destId="{76FB616B-76B4-4A7A-B92A-542B35C5147D}" srcOrd="0" destOrd="0" presId="urn:microsoft.com/office/officeart/2018/2/layout/IconVerticalSolidList"/>
    <dgm:cxn modelId="{C0875B4C-FECE-4808-A587-E7F324509C93}" type="presParOf" srcId="{1537EC65-EFF3-4AF7-A099-AC32237E6B6E}" destId="{0D9C8CA2-CD51-4BDC-AEA2-CD7E0786A02F}" srcOrd="0" destOrd="0" presId="urn:microsoft.com/office/officeart/2018/2/layout/IconVerticalSolidList"/>
    <dgm:cxn modelId="{0E3F04F4-DC20-4429-B2F9-F477A3854956}" type="presParOf" srcId="{0D9C8CA2-CD51-4BDC-AEA2-CD7E0786A02F}" destId="{A73DBF2F-6E01-44BC-8BD6-1F2F2434801F}" srcOrd="0" destOrd="0" presId="urn:microsoft.com/office/officeart/2018/2/layout/IconVerticalSolidList"/>
    <dgm:cxn modelId="{9AE4BF14-B987-4973-B8A1-1964EF726DC0}" type="presParOf" srcId="{0D9C8CA2-CD51-4BDC-AEA2-CD7E0786A02F}" destId="{A381CB5E-BBFD-4245-B3E2-FAB62DCA1684}" srcOrd="1" destOrd="0" presId="urn:microsoft.com/office/officeart/2018/2/layout/IconVerticalSolidList"/>
    <dgm:cxn modelId="{42B87027-8032-4797-AD38-3A5092391FD2}" type="presParOf" srcId="{0D9C8CA2-CD51-4BDC-AEA2-CD7E0786A02F}" destId="{6E02799A-1FCC-40B5-A0E9-DC3E3353FBBA}" srcOrd="2" destOrd="0" presId="urn:microsoft.com/office/officeart/2018/2/layout/IconVerticalSolidList"/>
    <dgm:cxn modelId="{95CB4F2E-947D-4ACD-B5DA-DFA5BF296D00}" type="presParOf" srcId="{0D9C8CA2-CD51-4BDC-AEA2-CD7E0786A02F}" destId="{76FB616B-76B4-4A7A-B92A-542B35C5147D}" srcOrd="3" destOrd="0" presId="urn:microsoft.com/office/officeart/2018/2/layout/IconVerticalSolidList"/>
    <dgm:cxn modelId="{A35FB15C-328F-4C19-B6D6-19E0C6DE96BC}" type="presParOf" srcId="{1537EC65-EFF3-4AF7-A099-AC32237E6B6E}" destId="{072498B3-BF7C-4524-89C3-EB9B3420CC51}" srcOrd="1" destOrd="0" presId="urn:microsoft.com/office/officeart/2018/2/layout/IconVerticalSolidList"/>
    <dgm:cxn modelId="{0C2C6865-BDA1-4C75-8B0B-2E0D1A7D7383}" type="presParOf" srcId="{1537EC65-EFF3-4AF7-A099-AC32237E6B6E}" destId="{140273D4-C901-45E2-BC6B-38740EC2A7C0}" srcOrd="2" destOrd="0" presId="urn:microsoft.com/office/officeart/2018/2/layout/IconVerticalSolidList"/>
    <dgm:cxn modelId="{B7918595-B668-4253-BFCF-A4988EF12614}" type="presParOf" srcId="{140273D4-C901-45E2-BC6B-38740EC2A7C0}" destId="{F6B50361-CF67-400B-BB98-790B83903366}" srcOrd="0" destOrd="0" presId="urn:microsoft.com/office/officeart/2018/2/layout/IconVerticalSolidList"/>
    <dgm:cxn modelId="{03634138-8C1B-4EC3-8CF7-B79D32F0EBEA}" type="presParOf" srcId="{140273D4-C901-45E2-BC6B-38740EC2A7C0}" destId="{04DF55F3-28C1-46E8-8A63-C997747BD81F}" srcOrd="1" destOrd="0" presId="urn:microsoft.com/office/officeart/2018/2/layout/IconVerticalSolidList"/>
    <dgm:cxn modelId="{A5232F9B-1835-48F5-A5A6-D01574FC257E}" type="presParOf" srcId="{140273D4-C901-45E2-BC6B-38740EC2A7C0}" destId="{EFD7A4E9-6DA9-41F3-8190-F14E65A6881F}" srcOrd="2" destOrd="0" presId="urn:microsoft.com/office/officeart/2018/2/layout/IconVerticalSolidList"/>
    <dgm:cxn modelId="{746385F6-6BEF-4A72-9E77-70B04DEDCFAD}" type="presParOf" srcId="{140273D4-C901-45E2-BC6B-38740EC2A7C0}" destId="{070D7F3B-84B2-49CC-A386-8C903CBAFB7E}" srcOrd="3" destOrd="0" presId="urn:microsoft.com/office/officeart/2018/2/layout/IconVerticalSolidList"/>
    <dgm:cxn modelId="{6D31291F-1644-4403-B310-57AC26AAA29B}" type="presParOf" srcId="{1537EC65-EFF3-4AF7-A099-AC32237E6B6E}" destId="{5FCC1410-F535-4B42-B9EC-78498F0AAE1A}" srcOrd="3" destOrd="0" presId="urn:microsoft.com/office/officeart/2018/2/layout/IconVerticalSolidList"/>
    <dgm:cxn modelId="{9144E96E-B08D-48D4-A736-2135A2C57DCD}" type="presParOf" srcId="{1537EC65-EFF3-4AF7-A099-AC32237E6B6E}" destId="{F278ADBF-68BD-4851-BCA0-FA428911D770}" srcOrd="4" destOrd="0" presId="urn:microsoft.com/office/officeart/2018/2/layout/IconVerticalSolidList"/>
    <dgm:cxn modelId="{5082B2D7-2C93-4AA1-9D65-F2C36E7F1348}" type="presParOf" srcId="{F278ADBF-68BD-4851-BCA0-FA428911D770}" destId="{3F3F9016-29B2-4A36-9AD3-EF34C5426962}" srcOrd="0" destOrd="0" presId="urn:microsoft.com/office/officeart/2018/2/layout/IconVerticalSolidList"/>
    <dgm:cxn modelId="{F09FED83-A726-4AF7-8A3F-85ABC204B415}" type="presParOf" srcId="{F278ADBF-68BD-4851-BCA0-FA428911D770}" destId="{9CAB88BF-7832-4F89-94A8-446B0D2B81DD}" srcOrd="1" destOrd="0" presId="urn:microsoft.com/office/officeart/2018/2/layout/IconVerticalSolidList"/>
    <dgm:cxn modelId="{0A5CFA5F-D763-417B-9EBD-AF80B99CAA0E}" type="presParOf" srcId="{F278ADBF-68BD-4851-BCA0-FA428911D770}" destId="{0F9F0B8E-44CA-45E8-94A3-F2EC07C805E3}" srcOrd="2" destOrd="0" presId="urn:microsoft.com/office/officeart/2018/2/layout/IconVerticalSolidList"/>
    <dgm:cxn modelId="{21B94921-5F1B-4E0D-B94D-691A85792EBA}" type="presParOf" srcId="{F278ADBF-68BD-4851-BCA0-FA428911D770}" destId="{029DC1CB-A346-4BF9-9592-31CAF63455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8F2538-A29A-4F18-AF3E-9D39F318135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7B6BD5-7407-421F-83C8-66F1947024A6}">
      <dgm:prSet/>
      <dgm:spPr/>
      <dgm:t>
        <a:bodyPr/>
        <a:lstStyle/>
        <a:p>
          <a:r>
            <a:rPr lang="en-US"/>
            <a:t>Categorical-only data</a:t>
          </a:r>
        </a:p>
      </dgm:t>
    </dgm:pt>
    <dgm:pt modelId="{246D78AE-B03E-48C9-8803-1C9F382098D1}" type="parTrans" cxnId="{874F221A-2032-41CC-B0D2-F1357BA4C7C3}">
      <dgm:prSet/>
      <dgm:spPr/>
      <dgm:t>
        <a:bodyPr/>
        <a:lstStyle/>
        <a:p>
          <a:endParaRPr lang="en-US"/>
        </a:p>
      </dgm:t>
    </dgm:pt>
    <dgm:pt modelId="{FD3D2B67-C37C-4977-990A-98340897A14C}" type="sibTrans" cxnId="{874F221A-2032-41CC-B0D2-F1357BA4C7C3}">
      <dgm:prSet/>
      <dgm:spPr/>
      <dgm:t>
        <a:bodyPr/>
        <a:lstStyle/>
        <a:p>
          <a:endParaRPr lang="en-US"/>
        </a:p>
      </dgm:t>
    </dgm:pt>
    <dgm:pt modelId="{04CE5913-3772-4FA4-B767-AEAF4704B8F5}">
      <dgm:prSet/>
      <dgm:spPr/>
      <dgm:t>
        <a:bodyPr/>
        <a:lstStyle/>
        <a:p>
          <a:r>
            <a:rPr lang="en-US"/>
            <a:t>Clean, structured</a:t>
          </a:r>
        </a:p>
      </dgm:t>
    </dgm:pt>
    <dgm:pt modelId="{0B46862B-DAA0-4D9B-B8FA-B5CA615FD493}" type="parTrans" cxnId="{4A8B4191-F308-4CA5-A50E-A1BC5E6BCE04}">
      <dgm:prSet/>
      <dgm:spPr/>
      <dgm:t>
        <a:bodyPr/>
        <a:lstStyle/>
        <a:p>
          <a:endParaRPr lang="en-US"/>
        </a:p>
      </dgm:t>
    </dgm:pt>
    <dgm:pt modelId="{2161606E-EC2C-4ACC-BB33-E00CFCC7D27F}" type="sibTrans" cxnId="{4A8B4191-F308-4CA5-A50E-A1BC5E6BCE04}">
      <dgm:prSet/>
      <dgm:spPr/>
      <dgm:t>
        <a:bodyPr/>
        <a:lstStyle/>
        <a:p>
          <a:endParaRPr lang="en-US"/>
        </a:p>
      </dgm:t>
    </dgm:pt>
    <dgm:pt modelId="{357138DE-1808-4C2E-8C5D-BF76170DBB03}">
      <dgm:prSet/>
      <dgm:spPr/>
      <dgm:t>
        <a:bodyPr/>
        <a:lstStyle/>
        <a:p>
          <a:r>
            <a:rPr lang="en-US"/>
            <a:t>Ideal for binary classification</a:t>
          </a:r>
        </a:p>
      </dgm:t>
    </dgm:pt>
    <dgm:pt modelId="{DDEF6E28-AAA4-427E-BAF0-339D52C7D242}" type="parTrans" cxnId="{BE37FF28-7EF7-4583-B5DA-FB3FA46AA8B9}">
      <dgm:prSet/>
      <dgm:spPr/>
      <dgm:t>
        <a:bodyPr/>
        <a:lstStyle/>
        <a:p>
          <a:endParaRPr lang="en-US"/>
        </a:p>
      </dgm:t>
    </dgm:pt>
    <dgm:pt modelId="{96965B7B-8AD4-4D78-929A-74F1B8146A55}" type="sibTrans" cxnId="{BE37FF28-7EF7-4583-B5DA-FB3FA46AA8B9}">
      <dgm:prSet/>
      <dgm:spPr/>
      <dgm:t>
        <a:bodyPr/>
        <a:lstStyle/>
        <a:p>
          <a:endParaRPr lang="en-US"/>
        </a:p>
      </dgm:t>
    </dgm:pt>
    <dgm:pt modelId="{0F7EDDD8-2C61-4096-AEA8-7CBECC1C2E29}">
      <dgm:prSet/>
      <dgm:spPr/>
      <dgm:t>
        <a:bodyPr/>
        <a:lstStyle/>
        <a:p>
          <a:r>
            <a:rPr lang="en-US"/>
            <a:t>Clear patterns in variables</a:t>
          </a:r>
        </a:p>
      </dgm:t>
    </dgm:pt>
    <dgm:pt modelId="{C03C3C89-4BDD-4865-917B-1CAC76680482}" type="parTrans" cxnId="{6C32BA2C-247F-4B7B-9C09-94C94F48AF30}">
      <dgm:prSet/>
      <dgm:spPr/>
      <dgm:t>
        <a:bodyPr/>
        <a:lstStyle/>
        <a:p>
          <a:endParaRPr lang="en-US"/>
        </a:p>
      </dgm:t>
    </dgm:pt>
    <dgm:pt modelId="{F597C94C-CF63-40A4-8849-B9B13FCDDE55}" type="sibTrans" cxnId="{6C32BA2C-247F-4B7B-9C09-94C94F48AF30}">
      <dgm:prSet/>
      <dgm:spPr/>
      <dgm:t>
        <a:bodyPr/>
        <a:lstStyle/>
        <a:p>
          <a:endParaRPr lang="en-US"/>
        </a:p>
      </dgm:t>
    </dgm:pt>
    <dgm:pt modelId="{BAF57684-B47E-41DC-B697-8C53C7233BA3}">
      <dgm:prSet/>
      <dgm:spPr/>
      <dgm:t>
        <a:bodyPr/>
        <a:lstStyle/>
        <a:p>
          <a:r>
            <a:rPr lang="en-US"/>
            <a:t>Has missing values as per our project’s requirement.</a:t>
          </a:r>
        </a:p>
      </dgm:t>
    </dgm:pt>
    <dgm:pt modelId="{FF98643E-4959-467C-A2AD-5B1FD8B1AE41}" type="parTrans" cxnId="{D559A68C-C8FE-4A85-B2CA-67D2CA576C26}">
      <dgm:prSet/>
      <dgm:spPr/>
      <dgm:t>
        <a:bodyPr/>
        <a:lstStyle/>
        <a:p>
          <a:endParaRPr lang="en-US"/>
        </a:p>
      </dgm:t>
    </dgm:pt>
    <dgm:pt modelId="{F034E3B7-AA61-4164-9BF9-23A7E61A0AEC}" type="sibTrans" cxnId="{D559A68C-C8FE-4A85-B2CA-67D2CA576C26}">
      <dgm:prSet/>
      <dgm:spPr/>
      <dgm:t>
        <a:bodyPr/>
        <a:lstStyle/>
        <a:p>
          <a:endParaRPr lang="en-US"/>
        </a:p>
      </dgm:t>
    </dgm:pt>
    <dgm:pt modelId="{49FD8337-E65E-0E41-B922-EB43ADEC5935}" type="pres">
      <dgm:prSet presAssocID="{1C8F2538-A29A-4F18-AF3E-9D39F3181351}" presName="vert0" presStyleCnt="0">
        <dgm:presLayoutVars>
          <dgm:dir/>
          <dgm:animOne val="branch"/>
          <dgm:animLvl val="lvl"/>
        </dgm:presLayoutVars>
      </dgm:prSet>
      <dgm:spPr/>
    </dgm:pt>
    <dgm:pt modelId="{9D0C9CF7-2BD0-F943-A090-95505C81B288}" type="pres">
      <dgm:prSet presAssocID="{787B6BD5-7407-421F-83C8-66F1947024A6}" presName="thickLine" presStyleLbl="alignNode1" presStyleIdx="0" presStyleCnt="5"/>
      <dgm:spPr/>
    </dgm:pt>
    <dgm:pt modelId="{8988AC08-50BE-3241-BC82-56E6FB54EDEA}" type="pres">
      <dgm:prSet presAssocID="{787B6BD5-7407-421F-83C8-66F1947024A6}" presName="horz1" presStyleCnt="0"/>
      <dgm:spPr/>
    </dgm:pt>
    <dgm:pt modelId="{CF86F40D-DD73-6444-A539-85C30631BCD1}" type="pres">
      <dgm:prSet presAssocID="{787B6BD5-7407-421F-83C8-66F1947024A6}" presName="tx1" presStyleLbl="revTx" presStyleIdx="0" presStyleCnt="5"/>
      <dgm:spPr/>
    </dgm:pt>
    <dgm:pt modelId="{985EADA5-03D6-BF45-9A08-36BC9179D3AB}" type="pres">
      <dgm:prSet presAssocID="{787B6BD5-7407-421F-83C8-66F1947024A6}" presName="vert1" presStyleCnt="0"/>
      <dgm:spPr/>
    </dgm:pt>
    <dgm:pt modelId="{BCD6290B-A5B7-EF4A-A30E-EF0AB286C1B4}" type="pres">
      <dgm:prSet presAssocID="{04CE5913-3772-4FA4-B767-AEAF4704B8F5}" presName="thickLine" presStyleLbl="alignNode1" presStyleIdx="1" presStyleCnt="5"/>
      <dgm:spPr/>
    </dgm:pt>
    <dgm:pt modelId="{0E04127A-2126-0D46-A9E4-B6115A6565CF}" type="pres">
      <dgm:prSet presAssocID="{04CE5913-3772-4FA4-B767-AEAF4704B8F5}" presName="horz1" presStyleCnt="0"/>
      <dgm:spPr/>
    </dgm:pt>
    <dgm:pt modelId="{CDAFF4A2-3C01-F941-903F-3342C07B93DE}" type="pres">
      <dgm:prSet presAssocID="{04CE5913-3772-4FA4-B767-AEAF4704B8F5}" presName="tx1" presStyleLbl="revTx" presStyleIdx="1" presStyleCnt="5"/>
      <dgm:spPr/>
    </dgm:pt>
    <dgm:pt modelId="{526F480E-00F5-7840-ABA9-3A3898078A86}" type="pres">
      <dgm:prSet presAssocID="{04CE5913-3772-4FA4-B767-AEAF4704B8F5}" presName="vert1" presStyleCnt="0"/>
      <dgm:spPr/>
    </dgm:pt>
    <dgm:pt modelId="{20D32727-9552-B94A-B411-E5CEE96223FD}" type="pres">
      <dgm:prSet presAssocID="{357138DE-1808-4C2E-8C5D-BF76170DBB03}" presName="thickLine" presStyleLbl="alignNode1" presStyleIdx="2" presStyleCnt="5"/>
      <dgm:spPr/>
    </dgm:pt>
    <dgm:pt modelId="{DEA0E2E2-B751-EE46-9874-EA9BDA85ADB7}" type="pres">
      <dgm:prSet presAssocID="{357138DE-1808-4C2E-8C5D-BF76170DBB03}" presName="horz1" presStyleCnt="0"/>
      <dgm:spPr/>
    </dgm:pt>
    <dgm:pt modelId="{F74EBE9B-D596-0D4E-A9A2-4D16F5DA1AC6}" type="pres">
      <dgm:prSet presAssocID="{357138DE-1808-4C2E-8C5D-BF76170DBB03}" presName="tx1" presStyleLbl="revTx" presStyleIdx="2" presStyleCnt="5"/>
      <dgm:spPr/>
    </dgm:pt>
    <dgm:pt modelId="{6949D925-8992-E843-9DB7-3E0F904D5802}" type="pres">
      <dgm:prSet presAssocID="{357138DE-1808-4C2E-8C5D-BF76170DBB03}" presName="vert1" presStyleCnt="0"/>
      <dgm:spPr/>
    </dgm:pt>
    <dgm:pt modelId="{85889B12-4AD8-2147-B5C4-0A4D96D2A065}" type="pres">
      <dgm:prSet presAssocID="{0F7EDDD8-2C61-4096-AEA8-7CBECC1C2E29}" presName="thickLine" presStyleLbl="alignNode1" presStyleIdx="3" presStyleCnt="5"/>
      <dgm:spPr/>
    </dgm:pt>
    <dgm:pt modelId="{5E36214E-E60A-2A44-B0C0-CC0E543E1071}" type="pres">
      <dgm:prSet presAssocID="{0F7EDDD8-2C61-4096-AEA8-7CBECC1C2E29}" presName="horz1" presStyleCnt="0"/>
      <dgm:spPr/>
    </dgm:pt>
    <dgm:pt modelId="{73770C13-6C96-A344-9B44-5D4507D7FDD6}" type="pres">
      <dgm:prSet presAssocID="{0F7EDDD8-2C61-4096-AEA8-7CBECC1C2E29}" presName="tx1" presStyleLbl="revTx" presStyleIdx="3" presStyleCnt="5"/>
      <dgm:spPr/>
    </dgm:pt>
    <dgm:pt modelId="{F795EF51-32DE-6A4E-96CD-C1AA47C1D074}" type="pres">
      <dgm:prSet presAssocID="{0F7EDDD8-2C61-4096-AEA8-7CBECC1C2E29}" presName="vert1" presStyleCnt="0"/>
      <dgm:spPr/>
    </dgm:pt>
    <dgm:pt modelId="{9DFEC8CF-5622-3747-BADB-D0F329B9A9C3}" type="pres">
      <dgm:prSet presAssocID="{BAF57684-B47E-41DC-B697-8C53C7233BA3}" presName="thickLine" presStyleLbl="alignNode1" presStyleIdx="4" presStyleCnt="5"/>
      <dgm:spPr/>
    </dgm:pt>
    <dgm:pt modelId="{4A1E2C41-E5C8-C848-A557-0B695E4899DF}" type="pres">
      <dgm:prSet presAssocID="{BAF57684-B47E-41DC-B697-8C53C7233BA3}" presName="horz1" presStyleCnt="0"/>
      <dgm:spPr/>
    </dgm:pt>
    <dgm:pt modelId="{54627D11-2C08-064A-95F0-FE8EE6737AF5}" type="pres">
      <dgm:prSet presAssocID="{BAF57684-B47E-41DC-B697-8C53C7233BA3}" presName="tx1" presStyleLbl="revTx" presStyleIdx="4" presStyleCnt="5"/>
      <dgm:spPr/>
    </dgm:pt>
    <dgm:pt modelId="{22AE4547-C95A-CA47-9B0E-AAE9233644D4}" type="pres">
      <dgm:prSet presAssocID="{BAF57684-B47E-41DC-B697-8C53C7233BA3}" presName="vert1" presStyleCnt="0"/>
      <dgm:spPr/>
    </dgm:pt>
  </dgm:ptLst>
  <dgm:cxnLst>
    <dgm:cxn modelId="{3D856305-BF12-C548-A82E-DF181EAA0F7E}" type="presOf" srcId="{BAF57684-B47E-41DC-B697-8C53C7233BA3}" destId="{54627D11-2C08-064A-95F0-FE8EE6737AF5}" srcOrd="0" destOrd="0" presId="urn:microsoft.com/office/officeart/2008/layout/LinedList"/>
    <dgm:cxn modelId="{874F221A-2032-41CC-B0D2-F1357BA4C7C3}" srcId="{1C8F2538-A29A-4F18-AF3E-9D39F3181351}" destId="{787B6BD5-7407-421F-83C8-66F1947024A6}" srcOrd="0" destOrd="0" parTransId="{246D78AE-B03E-48C9-8803-1C9F382098D1}" sibTransId="{FD3D2B67-C37C-4977-990A-98340897A14C}"/>
    <dgm:cxn modelId="{BE37FF28-7EF7-4583-B5DA-FB3FA46AA8B9}" srcId="{1C8F2538-A29A-4F18-AF3E-9D39F3181351}" destId="{357138DE-1808-4C2E-8C5D-BF76170DBB03}" srcOrd="2" destOrd="0" parTransId="{DDEF6E28-AAA4-427E-BAF0-339D52C7D242}" sibTransId="{96965B7B-8AD4-4D78-929A-74F1B8146A55}"/>
    <dgm:cxn modelId="{6C32BA2C-247F-4B7B-9C09-94C94F48AF30}" srcId="{1C8F2538-A29A-4F18-AF3E-9D39F3181351}" destId="{0F7EDDD8-2C61-4096-AEA8-7CBECC1C2E29}" srcOrd="3" destOrd="0" parTransId="{C03C3C89-4BDD-4865-917B-1CAC76680482}" sibTransId="{F597C94C-CF63-40A4-8849-B9B13FCDDE55}"/>
    <dgm:cxn modelId="{902FD04E-3A6F-B34B-8AD2-9377245B6D37}" type="presOf" srcId="{0F7EDDD8-2C61-4096-AEA8-7CBECC1C2E29}" destId="{73770C13-6C96-A344-9B44-5D4507D7FDD6}" srcOrd="0" destOrd="0" presId="urn:microsoft.com/office/officeart/2008/layout/LinedList"/>
    <dgm:cxn modelId="{E941397A-13D4-B549-913F-59671C8A2236}" type="presOf" srcId="{1C8F2538-A29A-4F18-AF3E-9D39F3181351}" destId="{49FD8337-E65E-0E41-B922-EB43ADEC5935}" srcOrd="0" destOrd="0" presId="urn:microsoft.com/office/officeart/2008/layout/LinedList"/>
    <dgm:cxn modelId="{1F70D07B-14BD-934A-AB27-3230A0B03C89}" type="presOf" srcId="{357138DE-1808-4C2E-8C5D-BF76170DBB03}" destId="{F74EBE9B-D596-0D4E-A9A2-4D16F5DA1AC6}" srcOrd="0" destOrd="0" presId="urn:microsoft.com/office/officeart/2008/layout/LinedList"/>
    <dgm:cxn modelId="{D559A68C-C8FE-4A85-B2CA-67D2CA576C26}" srcId="{1C8F2538-A29A-4F18-AF3E-9D39F3181351}" destId="{BAF57684-B47E-41DC-B697-8C53C7233BA3}" srcOrd="4" destOrd="0" parTransId="{FF98643E-4959-467C-A2AD-5B1FD8B1AE41}" sibTransId="{F034E3B7-AA61-4164-9BF9-23A7E61A0AEC}"/>
    <dgm:cxn modelId="{4A8B4191-F308-4CA5-A50E-A1BC5E6BCE04}" srcId="{1C8F2538-A29A-4F18-AF3E-9D39F3181351}" destId="{04CE5913-3772-4FA4-B767-AEAF4704B8F5}" srcOrd="1" destOrd="0" parTransId="{0B46862B-DAA0-4D9B-B8FA-B5CA615FD493}" sibTransId="{2161606E-EC2C-4ACC-BB33-E00CFCC7D27F}"/>
    <dgm:cxn modelId="{CE28A196-4BB2-4046-9D2F-3F3A7EF02BDA}" type="presOf" srcId="{04CE5913-3772-4FA4-B767-AEAF4704B8F5}" destId="{CDAFF4A2-3C01-F941-903F-3342C07B93DE}" srcOrd="0" destOrd="0" presId="urn:microsoft.com/office/officeart/2008/layout/LinedList"/>
    <dgm:cxn modelId="{241AEEE7-5477-874C-912E-86EAF7844823}" type="presOf" srcId="{787B6BD5-7407-421F-83C8-66F1947024A6}" destId="{CF86F40D-DD73-6444-A539-85C30631BCD1}" srcOrd="0" destOrd="0" presId="urn:microsoft.com/office/officeart/2008/layout/LinedList"/>
    <dgm:cxn modelId="{BA6FF38E-1C05-524E-B4C8-F8623EE628F2}" type="presParOf" srcId="{49FD8337-E65E-0E41-B922-EB43ADEC5935}" destId="{9D0C9CF7-2BD0-F943-A090-95505C81B288}" srcOrd="0" destOrd="0" presId="urn:microsoft.com/office/officeart/2008/layout/LinedList"/>
    <dgm:cxn modelId="{3E51F275-AE0A-2E4E-8AD2-965135EE9FA5}" type="presParOf" srcId="{49FD8337-E65E-0E41-B922-EB43ADEC5935}" destId="{8988AC08-50BE-3241-BC82-56E6FB54EDEA}" srcOrd="1" destOrd="0" presId="urn:microsoft.com/office/officeart/2008/layout/LinedList"/>
    <dgm:cxn modelId="{9BE1F3B0-40E0-7942-A753-2727B652F836}" type="presParOf" srcId="{8988AC08-50BE-3241-BC82-56E6FB54EDEA}" destId="{CF86F40D-DD73-6444-A539-85C30631BCD1}" srcOrd="0" destOrd="0" presId="urn:microsoft.com/office/officeart/2008/layout/LinedList"/>
    <dgm:cxn modelId="{469AC380-9930-3E4E-B20D-028984BEE258}" type="presParOf" srcId="{8988AC08-50BE-3241-BC82-56E6FB54EDEA}" destId="{985EADA5-03D6-BF45-9A08-36BC9179D3AB}" srcOrd="1" destOrd="0" presId="urn:microsoft.com/office/officeart/2008/layout/LinedList"/>
    <dgm:cxn modelId="{5543E508-F577-EB4B-9732-89BF9D12AE38}" type="presParOf" srcId="{49FD8337-E65E-0E41-B922-EB43ADEC5935}" destId="{BCD6290B-A5B7-EF4A-A30E-EF0AB286C1B4}" srcOrd="2" destOrd="0" presId="urn:microsoft.com/office/officeart/2008/layout/LinedList"/>
    <dgm:cxn modelId="{6B659B2B-D12D-CC47-BB1E-3309BC3F1D26}" type="presParOf" srcId="{49FD8337-E65E-0E41-B922-EB43ADEC5935}" destId="{0E04127A-2126-0D46-A9E4-B6115A6565CF}" srcOrd="3" destOrd="0" presId="urn:microsoft.com/office/officeart/2008/layout/LinedList"/>
    <dgm:cxn modelId="{122CA7D0-A6D3-984A-9DDF-6383BF18E393}" type="presParOf" srcId="{0E04127A-2126-0D46-A9E4-B6115A6565CF}" destId="{CDAFF4A2-3C01-F941-903F-3342C07B93DE}" srcOrd="0" destOrd="0" presId="urn:microsoft.com/office/officeart/2008/layout/LinedList"/>
    <dgm:cxn modelId="{48B54807-D6FB-A84D-81D4-7A2538AC8283}" type="presParOf" srcId="{0E04127A-2126-0D46-A9E4-B6115A6565CF}" destId="{526F480E-00F5-7840-ABA9-3A3898078A86}" srcOrd="1" destOrd="0" presId="urn:microsoft.com/office/officeart/2008/layout/LinedList"/>
    <dgm:cxn modelId="{67F725F0-FF63-A442-9643-C41450CECACF}" type="presParOf" srcId="{49FD8337-E65E-0E41-B922-EB43ADEC5935}" destId="{20D32727-9552-B94A-B411-E5CEE96223FD}" srcOrd="4" destOrd="0" presId="urn:microsoft.com/office/officeart/2008/layout/LinedList"/>
    <dgm:cxn modelId="{F8856ADA-9BCC-E742-94CC-6C0584C06198}" type="presParOf" srcId="{49FD8337-E65E-0E41-B922-EB43ADEC5935}" destId="{DEA0E2E2-B751-EE46-9874-EA9BDA85ADB7}" srcOrd="5" destOrd="0" presId="urn:microsoft.com/office/officeart/2008/layout/LinedList"/>
    <dgm:cxn modelId="{BC95CCC9-6579-D04E-A802-E61E85E6FD7A}" type="presParOf" srcId="{DEA0E2E2-B751-EE46-9874-EA9BDA85ADB7}" destId="{F74EBE9B-D596-0D4E-A9A2-4D16F5DA1AC6}" srcOrd="0" destOrd="0" presId="urn:microsoft.com/office/officeart/2008/layout/LinedList"/>
    <dgm:cxn modelId="{F3BC7379-F9B6-7444-B77D-4D9263612CBA}" type="presParOf" srcId="{DEA0E2E2-B751-EE46-9874-EA9BDA85ADB7}" destId="{6949D925-8992-E843-9DB7-3E0F904D5802}" srcOrd="1" destOrd="0" presId="urn:microsoft.com/office/officeart/2008/layout/LinedList"/>
    <dgm:cxn modelId="{A64675EA-0CF7-5340-BC24-3ABE26093EC7}" type="presParOf" srcId="{49FD8337-E65E-0E41-B922-EB43ADEC5935}" destId="{85889B12-4AD8-2147-B5C4-0A4D96D2A065}" srcOrd="6" destOrd="0" presId="urn:microsoft.com/office/officeart/2008/layout/LinedList"/>
    <dgm:cxn modelId="{54FBDBEB-27FD-4940-B7F8-4A635A40761C}" type="presParOf" srcId="{49FD8337-E65E-0E41-B922-EB43ADEC5935}" destId="{5E36214E-E60A-2A44-B0C0-CC0E543E1071}" srcOrd="7" destOrd="0" presId="urn:microsoft.com/office/officeart/2008/layout/LinedList"/>
    <dgm:cxn modelId="{EEBF672A-103C-D748-9F33-3AF54556F4FC}" type="presParOf" srcId="{5E36214E-E60A-2A44-B0C0-CC0E543E1071}" destId="{73770C13-6C96-A344-9B44-5D4507D7FDD6}" srcOrd="0" destOrd="0" presId="urn:microsoft.com/office/officeart/2008/layout/LinedList"/>
    <dgm:cxn modelId="{2585FBAB-B484-F843-9C4B-BCC300BAEE7B}" type="presParOf" srcId="{5E36214E-E60A-2A44-B0C0-CC0E543E1071}" destId="{F795EF51-32DE-6A4E-96CD-C1AA47C1D074}" srcOrd="1" destOrd="0" presId="urn:microsoft.com/office/officeart/2008/layout/LinedList"/>
    <dgm:cxn modelId="{FF2278BC-97D9-284E-8A75-4415FC982C40}" type="presParOf" srcId="{49FD8337-E65E-0E41-B922-EB43ADEC5935}" destId="{9DFEC8CF-5622-3747-BADB-D0F329B9A9C3}" srcOrd="8" destOrd="0" presId="urn:microsoft.com/office/officeart/2008/layout/LinedList"/>
    <dgm:cxn modelId="{D023ABA8-730D-AD45-AAC9-94621B5B51AB}" type="presParOf" srcId="{49FD8337-E65E-0E41-B922-EB43ADEC5935}" destId="{4A1E2C41-E5C8-C848-A557-0B695E4899DF}" srcOrd="9" destOrd="0" presId="urn:microsoft.com/office/officeart/2008/layout/LinedList"/>
    <dgm:cxn modelId="{6D85F11E-8ED2-454E-B8F6-E7B699B913CC}" type="presParOf" srcId="{4A1E2C41-E5C8-C848-A557-0B695E4899DF}" destId="{54627D11-2C08-064A-95F0-FE8EE6737AF5}" srcOrd="0" destOrd="0" presId="urn:microsoft.com/office/officeart/2008/layout/LinedList"/>
    <dgm:cxn modelId="{C52361B8-989D-4C44-BE70-420564E2567D}" type="presParOf" srcId="{4A1E2C41-E5C8-C848-A557-0B695E4899DF}" destId="{22AE4547-C95A-CA47-9B0E-AAE9233644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DF4552-89B0-4741-BD3A-5B11DAE829E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022A85-7AA7-4A32-BD5A-75889C8B0422}">
      <dgm:prSet/>
      <dgm:spPr/>
      <dgm:t>
        <a:bodyPr/>
        <a:lstStyle/>
        <a:p>
          <a:r>
            <a:rPr lang="en-US"/>
            <a:t>No mislabeled data</a:t>
          </a:r>
        </a:p>
      </dgm:t>
    </dgm:pt>
    <dgm:pt modelId="{2165E434-6F3D-427F-B725-4254DE841436}" type="parTrans" cxnId="{5C2D263F-FB41-4692-A3E9-882E793E1FD5}">
      <dgm:prSet/>
      <dgm:spPr/>
      <dgm:t>
        <a:bodyPr/>
        <a:lstStyle/>
        <a:p>
          <a:endParaRPr lang="en-US"/>
        </a:p>
      </dgm:t>
    </dgm:pt>
    <dgm:pt modelId="{8EAE818E-EE50-460F-A39E-E314DD336BF0}" type="sibTrans" cxnId="{5C2D263F-FB41-4692-A3E9-882E793E1FD5}">
      <dgm:prSet/>
      <dgm:spPr/>
      <dgm:t>
        <a:bodyPr/>
        <a:lstStyle/>
        <a:p>
          <a:endParaRPr lang="en-US"/>
        </a:p>
      </dgm:t>
    </dgm:pt>
    <dgm:pt modelId="{662BAC0B-14B4-427D-A4FC-4E82F6ACC09C}">
      <dgm:prSet/>
      <dgm:spPr/>
      <dgm:t>
        <a:bodyPr/>
        <a:lstStyle/>
        <a:p>
          <a:r>
            <a:rPr lang="en-US"/>
            <a:t>Proper preprocessing &amp; tuning</a:t>
          </a:r>
        </a:p>
      </dgm:t>
    </dgm:pt>
    <dgm:pt modelId="{23E114A2-93F8-4BB5-905D-B6081310766C}" type="parTrans" cxnId="{EB584B0B-F4AE-4BA8-AB1B-E606A7527876}">
      <dgm:prSet/>
      <dgm:spPr/>
      <dgm:t>
        <a:bodyPr/>
        <a:lstStyle/>
        <a:p>
          <a:endParaRPr lang="en-US"/>
        </a:p>
      </dgm:t>
    </dgm:pt>
    <dgm:pt modelId="{34FBC805-022D-4055-A471-B5C80B027C93}" type="sibTrans" cxnId="{EB584B0B-F4AE-4BA8-AB1B-E606A7527876}">
      <dgm:prSet/>
      <dgm:spPr/>
      <dgm:t>
        <a:bodyPr/>
        <a:lstStyle/>
        <a:p>
          <a:endParaRPr lang="en-US"/>
        </a:p>
      </dgm:t>
    </dgm:pt>
    <dgm:pt modelId="{B8E76668-4E41-455C-AD3B-2C1AE2261EC6}">
      <dgm:prSet/>
      <dgm:spPr/>
      <dgm:t>
        <a:bodyPr/>
        <a:lstStyle/>
        <a:p>
          <a:r>
            <a:rPr lang="en-US"/>
            <a:t>Sklearn uses L2 regularization</a:t>
          </a:r>
        </a:p>
      </dgm:t>
    </dgm:pt>
    <dgm:pt modelId="{FA6EB67B-0928-49F5-993B-5B430819D9B6}" type="parTrans" cxnId="{386AE11B-09FE-40A3-8D20-184F11E759EF}">
      <dgm:prSet/>
      <dgm:spPr/>
      <dgm:t>
        <a:bodyPr/>
        <a:lstStyle/>
        <a:p>
          <a:endParaRPr lang="en-US"/>
        </a:p>
      </dgm:t>
    </dgm:pt>
    <dgm:pt modelId="{52A55F34-4E93-43F4-AFB1-524AECEF3715}" type="sibTrans" cxnId="{386AE11B-09FE-40A3-8D20-184F11E759EF}">
      <dgm:prSet/>
      <dgm:spPr/>
      <dgm:t>
        <a:bodyPr/>
        <a:lstStyle/>
        <a:p>
          <a:endParaRPr lang="en-US"/>
        </a:p>
      </dgm:t>
    </dgm:pt>
    <dgm:pt modelId="{4988DF2C-CCA8-4F51-A0D9-20EC7F0E47EC}">
      <dgm:prSet/>
      <dgm:spPr/>
      <dgm:t>
        <a:bodyPr/>
        <a:lstStyle/>
        <a:p>
          <a:r>
            <a:rPr lang="en-US" dirty="0"/>
            <a:t>Missing value treatment</a:t>
          </a:r>
        </a:p>
      </dgm:t>
    </dgm:pt>
    <dgm:pt modelId="{37D933CF-12BC-4B26-8173-35F7746C7DFC}" type="parTrans" cxnId="{DA08D702-D164-4EA7-BAFF-CB779CD23E12}">
      <dgm:prSet/>
      <dgm:spPr/>
      <dgm:t>
        <a:bodyPr/>
        <a:lstStyle/>
        <a:p>
          <a:endParaRPr lang="en-US"/>
        </a:p>
      </dgm:t>
    </dgm:pt>
    <dgm:pt modelId="{58E00E90-85F5-4DFD-A106-DD041462D85C}" type="sibTrans" cxnId="{DA08D702-D164-4EA7-BAFF-CB779CD23E12}">
      <dgm:prSet/>
      <dgm:spPr/>
      <dgm:t>
        <a:bodyPr/>
        <a:lstStyle/>
        <a:p>
          <a:endParaRPr lang="en-US"/>
        </a:p>
      </dgm:t>
    </dgm:pt>
    <dgm:pt modelId="{A8D350B7-42A5-44D4-8266-C1797F603594}">
      <dgm:prSet/>
      <dgm:spPr/>
      <dgm:t>
        <a:bodyPr/>
        <a:lstStyle/>
        <a:p>
          <a:r>
            <a:rPr lang="en-US"/>
            <a:t>Learning rate and convergence settings were properly tuned</a:t>
          </a:r>
        </a:p>
      </dgm:t>
    </dgm:pt>
    <dgm:pt modelId="{EC338AAA-129B-4C0B-9975-468A5A0BCC82}" type="parTrans" cxnId="{1F5DCF95-41CC-45C5-A19B-0C68AB7AB124}">
      <dgm:prSet/>
      <dgm:spPr/>
      <dgm:t>
        <a:bodyPr/>
        <a:lstStyle/>
        <a:p>
          <a:endParaRPr lang="en-US"/>
        </a:p>
      </dgm:t>
    </dgm:pt>
    <dgm:pt modelId="{809F827E-9EBE-4F3B-A076-879BB663F305}" type="sibTrans" cxnId="{1F5DCF95-41CC-45C5-A19B-0C68AB7AB124}">
      <dgm:prSet/>
      <dgm:spPr/>
      <dgm:t>
        <a:bodyPr/>
        <a:lstStyle/>
        <a:p>
          <a:endParaRPr lang="en-US"/>
        </a:p>
      </dgm:t>
    </dgm:pt>
    <dgm:pt modelId="{901E5E68-BB48-2E4D-81AF-0E67C35C50CE}" type="pres">
      <dgm:prSet presAssocID="{84DF4552-89B0-4741-BD3A-5B11DAE829EA}" presName="vert0" presStyleCnt="0">
        <dgm:presLayoutVars>
          <dgm:dir/>
          <dgm:animOne val="branch"/>
          <dgm:animLvl val="lvl"/>
        </dgm:presLayoutVars>
      </dgm:prSet>
      <dgm:spPr/>
    </dgm:pt>
    <dgm:pt modelId="{4FCDDED9-E5CB-DF42-BCFC-E46569313A6A}" type="pres">
      <dgm:prSet presAssocID="{90022A85-7AA7-4A32-BD5A-75889C8B0422}" presName="thickLine" presStyleLbl="alignNode1" presStyleIdx="0" presStyleCnt="5"/>
      <dgm:spPr/>
    </dgm:pt>
    <dgm:pt modelId="{1C809297-DAAB-8D41-90A1-EF0364D8FCB7}" type="pres">
      <dgm:prSet presAssocID="{90022A85-7AA7-4A32-BD5A-75889C8B0422}" presName="horz1" presStyleCnt="0"/>
      <dgm:spPr/>
    </dgm:pt>
    <dgm:pt modelId="{3B638EB5-50AB-D24E-993A-3BD2BAEE1E0E}" type="pres">
      <dgm:prSet presAssocID="{90022A85-7AA7-4A32-BD5A-75889C8B0422}" presName="tx1" presStyleLbl="revTx" presStyleIdx="0" presStyleCnt="5"/>
      <dgm:spPr/>
    </dgm:pt>
    <dgm:pt modelId="{D2BE3C52-84F4-B248-AD02-52F03435D63E}" type="pres">
      <dgm:prSet presAssocID="{90022A85-7AA7-4A32-BD5A-75889C8B0422}" presName="vert1" presStyleCnt="0"/>
      <dgm:spPr/>
    </dgm:pt>
    <dgm:pt modelId="{C5CE6C1A-BE2A-B844-A2CB-2750AF2A6BA7}" type="pres">
      <dgm:prSet presAssocID="{662BAC0B-14B4-427D-A4FC-4E82F6ACC09C}" presName="thickLine" presStyleLbl="alignNode1" presStyleIdx="1" presStyleCnt="5"/>
      <dgm:spPr/>
    </dgm:pt>
    <dgm:pt modelId="{BE85AEBE-13FD-824C-99A5-0601028FC566}" type="pres">
      <dgm:prSet presAssocID="{662BAC0B-14B4-427D-A4FC-4E82F6ACC09C}" presName="horz1" presStyleCnt="0"/>
      <dgm:spPr/>
    </dgm:pt>
    <dgm:pt modelId="{7DA0E096-7EED-6F4E-933C-9F79EC1CF64D}" type="pres">
      <dgm:prSet presAssocID="{662BAC0B-14B4-427D-A4FC-4E82F6ACC09C}" presName="tx1" presStyleLbl="revTx" presStyleIdx="1" presStyleCnt="5"/>
      <dgm:spPr/>
    </dgm:pt>
    <dgm:pt modelId="{C12DA303-9F0A-0246-92CE-EAE061EAB058}" type="pres">
      <dgm:prSet presAssocID="{662BAC0B-14B4-427D-A4FC-4E82F6ACC09C}" presName="vert1" presStyleCnt="0"/>
      <dgm:spPr/>
    </dgm:pt>
    <dgm:pt modelId="{6A9D9BBB-E4A8-2B41-ABA8-FE8CEA581391}" type="pres">
      <dgm:prSet presAssocID="{B8E76668-4E41-455C-AD3B-2C1AE2261EC6}" presName="thickLine" presStyleLbl="alignNode1" presStyleIdx="2" presStyleCnt="5"/>
      <dgm:spPr/>
    </dgm:pt>
    <dgm:pt modelId="{39B1DF21-ED61-884E-A24C-EFCCCAC48ED6}" type="pres">
      <dgm:prSet presAssocID="{B8E76668-4E41-455C-AD3B-2C1AE2261EC6}" presName="horz1" presStyleCnt="0"/>
      <dgm:spPr/>
    </dgm:pt>
    <dgm:pt modelId="{8ABB25DC-C874-DE45-AD2B-E916D5859CAD}" type="pres">
      <dgm:prSet presAssocID="{B8E76668-4E41-455C-AD3B-2C1AE2261EC6}" presName="tx1" presStyleLbl="revTx" presStyleIdx="2" presStyleCnt="5"/>
      <dgm:spPr/>
    </dgm:pt>
    <dgm:pt modelId="{24E23733-A07A-C243-827C-37E86F4EABB2}" type="pres">
      <dgm:prSet presAssocID="{B8E76668-4E41-455C-AD3B-2C1AE2261EC6}" presName="vert1" presStyleCnt="0"/>
      <dgm:spPr/>
    </dgm:pt>
    <dgm:pt modelId="{0689BEE2-122B-D74F-8C58-7ADB9F982518}" type="pres">
      <dgm:prSet presAssocID="{4988DF2C-CCA8-4F51-A0D9-20EC7F0E47EC}" presName="thickLine" presStyleLbl="alignNode1" presStyleIdx="3" presStyleCnt="5"/>
      <dgm:spPr/>
    </dgm:pt>
    <dgm:pt modelId="{017CECA2-B512-FB47-BC5E-6F84A2983DDD}" type="pres">
      <dgm:prSet presAssocID="{4988DF2C-CCA8-4F51-A0D9-20EC7F0E47EC}" presName="horz1" presStyleCnt="0"/>
      <dgm:spPr/>
    </dgm:pt>
    <dgm:pt modelId="{DDB52298-F537-DA47-8AFB-BC1BB13D6E9C}" type="pres">
      <dgm:prSet presAssocID="{4988DF2C-CCA8-4F51-A0D9-20EC7F0E47EC}" presName="tx1" presStyleLbl="revTx" presStyleIdx="3" presStyleCnt="5"/>
      <dgm:spPr/>
    </dgm:pt>
    <dgm:pt modelId="{BFD82CB9-4474-0744-856B-4BE0A1DBE030}" type="pres">
      <dgm:prSet presAssocID="{4988DF2C-CCA8-4F51-A0D9-20EC7F0E47EC}" presName="vert1" presStyleCnt="0"/>
      <dgm:spPr/>
    </dgm:pt>
    <dgm:pt modelId="{1BDA1F70-8D8A-1F44-9B12-EFA366EC80E5}" type="pres">
      <dgm:prSet presAssocID="{A8D350B7-42A5-44D4-8266-C1797F603594}" presName="thickLine" presStyleLbl="alignNode1" presStyleIdx="4" presStyleCnt="5"/>
      <dgm:spPr/>
    </dgm:pt>
    <dgm:pt modelId="{CDC499A4-686D-AA48-90D8-B0A71AEDE7D9}" type="pres">
      <dgm:prSet presAssocID="{A8D350B7-42A5-44D4-8266-C1797F603594}" presName="horz1" presStyleCnt="0"/>
      <dgm:spPr/>
    </dgm:pt>
    <dgm:pt modelId="{06997052-4D9E-A54C-948D-3E70D27FDEFE}" type="pres">
      <dgm:prSet presAssocID="{A8D350B7-42A5-44D4-8266-C1797F603594}" presName="tx1" presStyleLbl="revTx" presStyleIdx="4" presStyleCnt="5"/>
      <dgm:spPr/>
    </dgm:pt>
    <dgm:pt modelId="{866FD315-37F9-BF40-B18C-534EA5BD6142}" type="pres">
      <dgm:prSet presAssocID="{A8D350B7-42A5-44D4-8266-C1797F603594}" presName="vert1" presStyleCnt="0"/>
      <dgm:spPr/>
    </dgm:pt>
  </dgm:ptLst>
  <dgm:cxnLst>
    <dgm:cxn modelId="{DA08D702-D164-4EA7-BAFF-CB779CD23E12}" srcId="{84DF4552-89B0-4741-BD3A-5B11DAE829EA}" destId="{4988DF2C-CCA8-4F51-A0D9-20EC7F0E47EC}" srcOrd="3" destOrd="0" parTransId="{37D933CF-12BC-4B26-8173-35F7746C7DFC}" sibTransId="{58E00E90-85F5-4DFD-A106-DD041462D85C}"/>
    <dgm:cxn modelId="{EB584B0B-F4AE-4BA8-AB1B-E606A7527876}" srcId="{84DF4552-89B0-4741-BD3A-5B11DAE829EA}" destId="{662BAC0B-14B4-427D-A4FC-4E82F6ACC09C}" srcOrd="1" destOrd="0" parTransId="{23E114A2-93F8-4BB5-905D-B6081310766C}" sibTransId="{34FBC805-022D-4055-A471-B5C80B027C93}"/>
    <dgm:cxn modelId="{9194D11B-37F1-0648-AB88-E9A946686199}" type="presOf" srcId="{A8D350B7-42A5-44D4-8266-C1797F603594}" destId="{06997052-4D9E-A54C-948D-3E70D27FDEFE}" srcOrd="0" destOrd="0" presId="urn:microsoft.com/office/officeart/2008/layout/LinedList"/>
    <dgm:cxn modelId="{386AE11B-09FE-40A3-8D20-184F11E759EF}" srcId="{84DF4552-89B0-4741-BD3A-5B11DAE829EA}" destId="{B8E76668-4E41-455C-AD3B-2C1AE2261EC6}" srcOrd="2" destOrd="0" parTransId="{FA6EB67B-0928-49F5-993B-5B430819D9B6}" sibTransId="{52A55F34-4E93-43F4-AFB1-524AECEF3715}"/>
    <dgm:cxn modelId="{EB716D22-701E-B646-A779-8C2A869CA533}" type="presOf" srcId="{B8E76668-4E41-455C-AD3B-2C1AE2261EC6}" destId="{8ABB25DC-C874-DE45-AD2B-E916D5859CAD}" srcOrd="0" destOrd="0" presId="urn:microsoft.com/office/officeart/2008/layout/LinedList"/>
    <dgm:cxn modelId="{5C2D263F-FB41-4692-A3E9-882E793E1FD5}" srcId="{84DF4552-89B0-4741-BD3A-5B11DAE829EA}" destId="{90022A85-7AA7-4A32-BD5A-75889C8B0422}" srcOrd="0" destOrd="0" parTransId="{2165E434-6F3D-427F-B725-4254DE841436}" sibTransId="{8EAE818E-EE50-460F-A39E-E314DD336BF0}"/>
    <dgm:cxn modelId="{7DA5AF43-3718-244F-9F83-F28986F4CED7}" type="presOf" srcId="{84DF4552-89B0-4741-BD3A-5B11DAE829EA}" destId="{901E5E68-BB48-2E4D-81AF-0E67C35C50CE}" srcOrd="0" destOrd="0" presId="urn:microsoft.com/office/officeart/2008/layout/LinedList"/>
    <dgm:cxn modelId="{1DE7AB46-F386-B54D-9656-C2F3F47839AB}" type="presOf" srcId="{90022A85-7AA7-4A32-BD5A-75889C8B0422}" destId="{3B638EB5-50AB-D24E-993A-3BD2BAEE1E0E}" srcOrd="0" destOrd="0" presId="urn:microsoft.com/office/officeart/2008/layout/LinedList"/>
    <dgm:cxn modelId="{9D12F356-EE7A-0647-B9C6-159BF2704C8F}" type="presOf" srcId="{662BAC0B-14B4-427D-A4FC-4E82F6ACC09C}" destId="{7DA0E096-7EED-6F4E-933C-9F79EC1CF64D}" srcOrd="0" destOrd="0" presId="urn:microsoft.com/office/officeart/2008/layout/LinedList"/>
    <dgm:cxn modelId="{1F5DCF95-41CC-45C5-A19B-0C68AB7AB124}" srcId="{84DF4552-89B0-4741-BD3A-5B11DAE829EA}" destId="{A8D350B7-42A5-44D4-8266-C1797F603594}" srcOrd="4" destOrd="0" parTransId="{EC338AAA-129B-4C0B-9975-468A5A0BCC82}" sibTransId="{809F827E-9EBE-4F3B-A076-879BB663F305}"/>
    <dgm:cxn modelId="{9C6519A1-9715-6F45-8E16-DFA853B66415}" type="presOf" srcId="{4988DF2C-CCA8-4F51-A0D9-20EC7F0E47EC}" destId="{DDB52298-F537-DA47-8AFB-BC1BB13D6E9C}" srcOrd="0" destOrd="0" presId="urn:microsoft.com/office/officeart/2008/layout/LinedList"/>
    <dgm:cxn modelId="{E7F0F71A-C908-8E45-8B58-1CA454CCC588}" type="presParOf" srcId="{901E5E68-BB48-2E4D-81AF-0E67C35C50CE}" destId="{4FCDDED9-E5CB-DF42-BCFC-E46569313A6A}" srcOrd="0" destOrd="0" presId="urn:microsoft.com/office/officeart/2008/layout/LinedList"/>
    <dgm:cxn modelId="{89D2AE69-A16B-EC4A-A4C7-754D5C54941E}" type="presParOf" srcId="{901E5E68-BB48-2E4D-81AF-0E67C35C50CE}" destId="{1C809297-DAAB-8D41-90A1-EF0364D8FCB7}" srcOrd="1" destOrd="0" presId="urn:microsoft.com/office/officeart/2008/layout/LinedList"/>
    <dgm:cxn modelId="{477A5503-33B8-E244-A49C-3F9A3D6976F6}" type="presParOf" srcId="{1C809297-DAAB-8D41-90A1-EF0364D8FCB7}" destId="{3B638EB5-50AB-D24E-993A-3BD2BAEE1E0E}" srcOrd="0" destOrd="0" presId="urn:microsoft.com/office/officeart/2008/layout/LinedList"/>
    <dgm:cxn modelId="{A2EF50FD-6C18-374E-A361-405E73C9F949}" type="presParOf" srcId="{1C809297-DAAB-8D41-90A1-EF0364D8FCB7}" destId="{D2BE3C52-84F4-B248-AD02-52F03435D63E}" srcOrd="1" destOrd="0" presId="urn:microsoft.com/office/officeart/2008/layout/LinedList"/>
    <dgm:cxn modelId="{2DEB3C42-1639-EB42-B3E4-AF8E5F6AC88C}" type="presParOf" srcId="{901E5E68-BB48-2E4D-81AF-0E67C35C50CE}" destId="{C5CE6C1A-BE2A-B844-A2CB-2750AF2A6BA7}" srcOrd="2" destOrd="0" presId="urn:microsoft.com/office/officeart/2008/layout/LinedList"/>
    <dgm:cxn modelId="{8342CF56-468D-1246-85A9-99A07A08209B}" type="presParOf" srcId="{901E5E68-BB48-2E4D-81AF-0E67C35C50CE}" destId="{BE85AEBE-13FD-824C-99A5-0601028FC566}" srcOrd="3" destOrd="0" presId="urn:microsoft.com/office/officeart/2008/layout/LinedList"/>
    <dgm:cxn modelId="{4FA1C0DD-2EF1-0D47-A614-033EA9395F0C}" type="presParOf" srcId="{BE85AEBE-13FD-824C-99A5-0601028FC566}" destId="{7DA0E096-7EED-6F4E-933C-9F79EC1CF64D}" srcOrd="0" destOrd="0" presId="urn:microsoft.com/office/officeart/2008/layout/LinedList"/>
    <dgm:cxn modelId="{BE5ECF1B-28E9-DC4B-8BD4-6BB7BCD903A7}" type="presParOf" srcId="{BE85AEBE-13FD-824C-99A5-0601028FC566}" destId="{C12DA303-9F0A-0246-92CE-EAE061EAB058}" srcOrd="1" destOrd="0" presId="urn:microsoft.com/office/officeart/2008/layout/LinedList"/>
    <dgm:cxn modelId="{AD14FB83-1CEF-5545-BD63-298754B138F3}" type="presParOf" srcId="{901E5E68-BB48-2E4D-81AF-0E67C35C50CE}" destId="{6A9D9BBB-E4A8-2B41-ABA8-FE8CEA581391}" srcOrd="4" destOrd="0" presId="urn:microsoft.com/office/officeart/2008/layout/LinedList"/>
    <dgm:cxn modelId="{3F56A7A0-C352-E443-A836-7656B2B7964D}" type="presParOf" srcId="{901E5E68-BB48-2E4D-81AF-0E67C35C50CE}" destId="{39B1DF21-ED61-884E-A24C-EFCCCAC48ED6}" srcOrd="5" destOrd="0" presId="urn:microsoft.com/office/officeart/2008/layout/LinedList"/>
    <dgm:cxn modelId="{12EB7938-9F77-9C42-AFAC-460B6F675388}" type="presParOf" srcId="{39B1DF21-ED61-884E-A24C-EFCCCAC48ED6}" destId="{8ABB25DC-C874-DE45-AD2B-E916D5859CAD}" srcOrd="0" destOrd="0" presId="urn:microsoft.com/office/officeart/2008/layout/LinedList"/>
    <dgm:cxn modelId="{B05B7C86-EB11-A44B-99B3-A63C274C921B}" type="presParOf" srcId="{39B1DF21-ED61-884E-A24C-EFCCCAC48ED6}" destId="{24E23733-A07A-C243-827C-37E86F4EABB2}" srcOrd="1" destOrd="0" presId="urn:microsoft.com/office/officeart/2008/layout/LinedList"/>
    <dgm:cxn modelId="{ED2D6BD9-A15A-3441-8AFE-357190128869}" type="presParOf" srcId="{901E5E68-BB48-2E4D-81AF-0E67C35C50CE}" destId="{0689BEE2-122B-D74F-8C58-7ADB9F982518}" srcOrd="6" destOrd="0" presId="urn:microsoft.com/office/officeart/2008/layout/LinedList"/>
    <dgm:cxn modelId="{147117CA-7321-2E48-B915-3A51B67AC802}" type="presParOf" srcId="{901E5E68-BB48-2E4D-81AF-0E67C35C50CE}" destId="{017CECA2-B512-FB47-BC5E-6F84A2983DDD}" srcOrd="7" destOrd="0" presId="urn:microsoft.com/office/officeart/2008/layout/LinedList"/>
    <dgm:cxn modelId="{B8A625EA-7B7B-8146-91DE-93F4BB45AFF3}" type="presParOf" srcId="{017CECA2-B512-FB47-BC5E-6F84A2983DDD}" destId="{DDB52298-F537-DA47-8AFB-BC1BB13D6E9C}" srcOrd="0" destOrd="0" presId="urn:microsoft.com/office/officeart/2008/layout/LinedList"/>
    <dgm:cxn modelId="{B4AE01CD-20A4-7845-B1B8-A2CCC680D091}" type="presParOf" srcId="{017CECA2-B512-FB47-BC5E-6F84A2983DDD}" destId="{BFD82CB9-4474-0744-856B-4BE0A1DBE030}" srcOrd="1" destOrd="0" presId="urn:microsoft.com/office/officeart/2008/layout/LinedList"/>
    <dgm:cxn modelId="{DCAA2F39-B44D-084E-AE9B-0968FF58476A}" type="presParOf" srcId="{901E5E68-BB48-2E4D-81AF-0E67C35C50CE}" destId="{1BDA1F70-8D8A-1F44-9B12-EFA366EC80E5}" srcOrd="8" destOrd="0" presId="urn:microsoft.com/office/officeart/2008/layout/LinedList"/>
    <dgm:cxn modelId="{DCAE70A1-FFEF-2D46-B7C7-EDBA64F41633}" type="presParOf" srcId="{901E5E68-BB48-2E4D-81AF-0E67C35C50CE}" destId="{CDC499A4-686D-AA48-90D8-B0A71AEDE7D9}" srcOrd="9" destOrd="0" presId="urn:microsoft.com/office/officeart/2008/layout/LinedList"/>
    <dgm:cxn modelId="{2AAC1333-57D0-1941-9146-CB5C8D8B90EE}" type="presParOf" srcId="{CDC499A4-686D-AA48-90D8-B0A71AEDE7D9}" destId="{06997052-4D9E-A54C-948D-3E70D27FDEFE}" srcOrd="0" destOrd="0" presId="urn:microsoft.com/office/officeart/2008/layout/LinedList"/>
    <dgm:cxn modelId="{EFC7AB85-7913-EE47-B34F-36AAE824AD93}" type="presParOf" srcId="{CDC499A4-686D-AA48-90D8-B0A71AEDE7D9}" destId="{866FD315-37F9-BF40-B18C-534EA5BD61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978410-5E73-4AC8-AA9D-31E2A56AE98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210748-DA01-4D05-8A57-B8FA1844C665}">
      <dgm:prSet/>
      <dgm:spPr/>
      <dgm:t>
        <a:bodyPr/>
        <a:lstStyle/>
        <a:p>
          <a:r>
            <a:rPr lang="en-US"/>
            <a:t>Logistic Regression is effective for binary classification</a:t>
          </a:r>
        </a:p>
      </dgm:t>
    </dgm:pt>
    <dgm:pt modelId="{6A1AB792-A347-46FE-9B2F-427D3610B7BF}" type="parTrans" cxnId="{A82FF66C-B61F-4A7E-9D8F-EA2A2A927304}">
      <dgm:prSet/>
      <dgm:spPr/>
      <dgm:t>
        <a:bodyPr/>
        <a:lstStyle/>
        <a:p>
          <a:endParaRPr lang="en-US"/>
        </a:p>
      </dgm:t>
    </dgm:pt>
    <dgm:pt modelId="{7A484A83-4733-437D-A8B6-B89B7831F7F1}" type="sibTrans" cxnId="{A82FF66C-B61F-4A7E-9D8F-EA2A2A927304}">
      <dgm:prSet/>
      <dgm:spPr/>
      <dgm:t>
        <a:bodyPr/>
        <a:lstStyle/>
        <a:p>
          <a:endParaRPr lang="en-US"/>
        </a:p>
      </dgm:t>
    </dgm:pt>
    <dgm:pt modelId="{47D20F1F-7620-41BF-8CBA-C9E9323FF8F0}">
      <dgm:prSet/>
      <dgm:spPr/>
      <dgm:t>
        <a:bodyPr/>
        <a:lstStyle/>
        <a:p>
          <a:r>
            <a:rPr lang="en-US"/>
            <a:t>High interpretability</a:t>
          </a:r>
        </a:p>
      </dgm:t>
    </dgm:pt>
    <dgm:pt modelId="{A4A3AAB9-4114-4B46-AACE-8DDB3C95077E}" type="parTrans" cxnId="{ACF16604-283E-4312-ABA6-1EAD69057A63}">
      <dgm:prSet/>
      <dgm:spPr/>
      <dgm:t>
        <a:bodyPr/>
        <a:lstStyle/>
        <a:p>
          <a:endParaRPr lang="en-US"/>
        </a:p>
      </dgm:t>
    </dgm:pt>
    <dgm:pt modelId="{D16DAF6B-F11A-47EB-BC96-85C0E19E484A}" type="sibTrans" cxnId="{ACF16604-283E-4312-ABA6-1EAD69057A63}">
      <dgm:prSet/>
      <dgm:spPr/>
      <dgm:t>
        <a:bodyPr/>
        <a:lstStyle/>
        <a:p>
          <a:endParaRPr lang="en-US"/>
        </a:p>
      </dgm:t>
    </dgm:pt>
    <dgm:pt modelId="{41DEED84-0CBE-43D6-B98D-65EF33B604BA}">
      <dgm:prSet/>
      <dgm:spPr/>
      <dgm:t>
        <a:bodyPr/>
        <a:lstStyle/>
        <a:p>
          <a:r>
            <a:rPr lang="en-US"/>
            <a:t>Custom model performance close to Sklearn</a:t>
          </a:r>
        </a:p>
      </dgm:t>
    </dgm:pt>
    <dgm:pt modelId="{9AE221E3-1A62-4C51-9596-4865587628A8}" type="parTrans" cxnId="{3679D534-3935-4498-9D9C-077A309B91FF}">
      <dgm:prSet/>
      <dgm:spPr/>
      <dgm:t>
        <a:bodyPr/>
        <a:lstStyle/>
        <a:p>
          <a:endParaRPr lang="en-US"/>
        </a:p>
      </dgm:t>
    </dgm:pt>
    <dgm:pt modelId="{3CBE5F73-4250-4795-B99D-BBF4967ECDC9}" type="sibTrans" cxnId="{3679D534-3935-4498-9D9C-077A309B91FF}">
      <dgm:prSet/>
      <dgm:spPr/>
      <dgm:t>
        <a:bodyPr/>
        <a:lstStyle/>
        <a:p>
          <a:endParaRPr lang="en-US"/>
        </a:p>
      </dgm:t>
    </dgm:pt>
    <dgm:pt modelId="{83FE802B-A6A8-47E4-803E-70ECC23A834E}">
      <dgm:prSet/>
      <dgm:spPr/>
      <dgm:t>
        <a:bodyPr/>
        <a:lstStyle/>
        <a:p>
          <a:r>
            <a:rPr lang="en-US"/>
            <a:t>Dataset structure played a key role</a:t>
          </a:r>
        </a:p>
      </dgm:t>
    </dgm:pt>
    <dgm:pt modelId="{0544046F-0D03-4691-BEA4-07E791E0645F}" type="parTrans" cxnId="{00A7922C-1CC2-43B0-9DC0-169D0EA38C9E}">
      <dgm:prSet/>
      <dgm:spPr/>
      <dgm:t>
        <a:bodyPr/>
        <a:lstStyle/>
        <a:p>
          <a:endParaRPr lang="en-US"/>
        </a:p>
      </dgm:t>
    </dgm:pt>
    <dgm:pt modelId="{2E4E69E9-6142-4D28-BBDE-46FD8616771B}" type="sibTrans" cxnId="{00A7922C-1CC2-43B0-9DC0-169D0EA38C9E}">
      <dgm:prSet/>
      <dgm:spPr/>
      <dgm:t>
        <a:bodyPr/>
        <a:lstStyle/>
        <a:p>
          <a:endParaRPr lang="en-US"/>
        </a:p>
      </dgm:t>
    </dgm:pt>
    <dgm:pt modelId="{3FCFA8D4-721D-B148-B119-74A0341EDB3A}" type="pres">
      <dgm:prSet presAssocID="{E1978410-5E73-4AC8-AA9D-31E2A56AE98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22F298-4CAB-BD48-8ABA-CB782285D81F}" type="pres">
      <dgm:prSet presAssocID="{D3210748-DA01-4D05-8A57-B8FA1844C665}" presName="hierRoot1" presStyleCnt="0"/>
      <dgm:spPr/>
    </dgm:pt>
    <dgm:pt modelId="{90CB32E4-8E6D-294D-B1D0-90B111593B9F}" type="pres">
      <dgm:prSet presAssocID="{D3210748-DA01-4D05-8A57-B8FA1844C665}" presName="composite" presStyleCnt="0"/>
      <dgm:spPr/>
    </dgm:pt>
    <dgm:pt modelId="{993906DD-89FA-9E4E-9732-311B30C51402}" type="pres">
      <dgm:prSet presAssocID="{D3210748-DA01-4D05-8A57-B8FA1844C665}" presName="background" presStyleLbl="node0" presStyleIdx="0" presStyleCnt="4"/>
      <dgm:spPr/>
    </dgm:pt>
    <dgm:pt modelId="{03D740AB-68AB-CE4C-8708-1007F416246D}" type="pres">
      <dgm:prSet presAssocID="{D3210748-DA01-4D05-8A57-B8FA1844C665}" presName="text" presStyleLbl="fgAcc0" presStyleIdx="0" presStyleCnt="4">
        <dgm:presLayoutVars>
          <dgm:chPref val="3"/>
        </dgm:presLayoutVars>
      </dgm:prSet>
      <dgm:spPr/>
    </dgm:pt>
    <dgm:pt modelId="{0BEB2C19-30A7-2C45-9ECC-6F1B9E52CA12}" type="pres">
      <dgm:prSet presAssocID="{D3210748-DA01-4D05-8A57-B8FA1844C665}" presName="hierChild2" presStyleCnt="0"/>
      <dgm:spPr/>
    </dgm:pt>
    <dgm:pt modelId="{93011475-F699-6B4D-8244-233199784CA9}" type="pres">
      <dgm:prSet presAssocID="{47D20F1F-7620-41BF-8CBA-C9E9323FF8F0}" presName="hierRoot1" presStyleCnt="0"/>
      <dgm:spPr/>
    </dgm:pt>
    <dgm:pt modelId="{59FAF868-7488-3040-84D3-8FD9B9A0CD7F}" type="pres">
      <dgm:prSet presAssocID="{47D20F1F-7620-41BF-8CBA-C9E9323FF8F0}" presName="composite" presStyleCnt="0"/>
      <dgm:spPr/>
    </dgm:pt>
    <dgm:pt modelId="{DD777AA4-1E8E-9A42-8CFA-27C58446C656}" type="pres">
      <dgm:prSet presAssocID="{47D20F1F-7620-41BF-8CBA-C9E9323FF8F0}" presName="background" presStyleLbl="node0" presStyleIdx="1" presStyleCnt="4"/>
      <dgm:spPr/>
    </dgm:pt>
    <dgm:pt modelId="{092E8BCE-BB67-ED4B-8FA4-5F9BCE317AD7}" type="pres">
      <dgm:prSet presAssocID="{47D20F1F-7620-41BF-8CBA-C9E9323FF8F0}" presName="text" presStyleLbl="fgAcc0" presStyleIdx="1" presStyleCnt="4">
        <dgm:presLayoutVars>
          <dgm:chPref val="3"/>
        </dgm:presLayoutVars>
      </dgm:prSet>
      <dgm:spPr/>
    </dgm:pt>
    <dgm:pt modelId="{7DBD0C52-E04D-6E4B-B232-7BD0A6B2772A}" type="pres">
      <dgm:prSet presAssocID="{47D20F1F-7620-41BF-8CBA-C9E9323FF8F0}" presName="hierChild2" presStyleCnt="0"/>
      <dgm:spPr/>
    </dgm:pt>
    <dgm:pt modelId="{A8762B96-26A4-1A40-908B-94696944B647}" type="pres">
      <dgm:prSet presAssocID="{41DEED84-0CBE-43D6-B98D-65EF33B604BA}" presName="hierRoot1" presStyleCnt="0"/>
      <dgm:spPr/>
    </dgm:pt>
    <dgm:pt modelId="{C6F01277-E483-CA4A-9E58-F3F9B4CB5CD1}" type="pres">
      <dgm:prSet presAssocID="{41DEED84-0CBE-43D6-B98D-65EF33B604BA}" presName="composite" presStyleCnt="0"/>
      <dgm:spPr/>
    </dgm:pt>
    <dgm:pt modelId="{96161152-EF77-014B-A496-A0EB4C575267}" type="pres">
      <dgm:prSet presAssocID="{41DEED84-0CBE-43D6-B98D-65EF33B604BA}" presName="background" presStyleLbl="node0" presStyleIdx="2" presStyleCnt="4"/>
      <dgm:spPr/>
    </dgm:pt>
    <dgm:pt modelId="{4DE68624-E611-CB48-8C77-98D8DBB65A82}" type="pres">
      <dgm:prSet presAssocID="{41DEED84-0CBE-43D6-B98D-65EF33B604BA}" presName="text" presStyleLbl="fgAcc0" presStyleIdx="2" presStyleCnt="4">
        <dgm:presLayoutVars>
          <dgm:chPref val="3"/>
        </dgm:presLayoutVars>
      </dgm:prSet>
      <dgm:spPr/>
    </dgm:pt>
    <dgm:pt modelId="{BEDAD95B-67C1-6A42-8DA8-AE3AB1EAE72C}" type="pres">
      <dgm:prSet presAssocID="{41DEED84-0CBE-43D6-B98D-65EF33B604BA}" presName="hierChild2" presStyleCnt="0"/>
      <dgm:spPr/>
    </dgm:pt>
    <dgm:pt modelId="{E3F4F101-D356-454B-B04C-03BF36F3E01F}" type="pres">
      <dgm:prSet presAssocID="{83FE802B-A6A8-47E4-803E-70ECC23A834E}" presName="hierRoot1" presStyleCnt="0"/>
      <dgm:spPr/>
    </dgm:pt>
    <dgm:pt modelId="{15CEB554-1952-E345-8B4E-030EA34F6A5E}" type="pres">
      <dgm:prSet presAssocID="{83FE802B-A6A8-47E4-803E-70ECC23A834E}" presName="composite" presStyleCnt="0"/>
      <dgm:spPr/>
    </dgm:pt>
    <dgm:pt modelId="{F640CA27-F8E7-1A42-848B-7B9F27BB2009}" type="pres">
      <dgm:prSet presAssocID="{83FE802B-A6A8-47E4-803E-70ECC23A834E}" presName="background" presStyleLbl="node0" presStyleIdx="3" presStyleCnt="4"/>
      <dgm:spPr/>
    </dgm:pt>
    <dgm:pt modelId="{01BA6D4E-34AF-DE4F-A80E-73F1FA07EC13}" type="pres">
      <dgm:prSet presAssocID="{83FE802B-A6A8-47E4-803E-70ECC23A834E}" presName="text" presStyleLbl="fgAcc0" presStyleIdx="3" presStyleCnt="4">
        <dgm:presLayoutVars>
          <dgm:chPref val="3"/>
        </dgm:presLayoutVars>
      </dgm:prSet>
      <dgm:spPr/>
    </dgm:pt>
    <dgm:pt modelId="{99AED655-C4C3-C54E-B7DF-BA56A46434A7}" type="pres">
      <dgm:prSet presAssocID="{83FE802B-A6A8-47E4-803E-70ECC23A834E}" presName="hierChild2" presStyleCnt="0"/>
      <dgm:spPr/>
    </dgm:pt>
  </dgm:ptLst>
  <dgm:cxnLst>
    <dgm:cxn modelId="{ACF16604-283E-4312-ABA6-1EAD69057A63}" srcId="{E1978410-5E73-4AC8-AA9D-31E2A56AE980}" destId="{47D20F1F-7620-41BF-8CBA-C9E9323FF8F0}" srcOrd="1" destOrd="0" parTransId="{A4A3AAB9-4114-4B46-AACE-8DDB3C95077E}" sibTransId="{D16DAF6B-F11A-47EB-BC96-85C0E19E484A}"/>
    <dgm:cxn modelId="{68DCCE1D-35FA-B14F-A633-0711947E5274}" type="presOf" srcId="{41DEED84-0CBE-43D6-B98D-65EF33B604BA}" destId="{4DE68624-E611-CB48-8C77-98D8DBB65A82}" srcOrd="0" destOrd="0" presId="urn:microsoft.com/office/officeart/2005/8/layout/hierarchy1"/>
    <dgm:cxn modelId="{00A7922C-1CC2-43B0-9DC0-169D0EA38C9E}" srcId="{E1978410-5E73-4AC8-AA9D-31E2A56AE980}" destId="{83FE802B-A6A8-47E4-803E-70ECC23A834E}" srcOrd="3" destOrd="0" parTransId="{0544046F-0D03-4691-BEA4-07E791E0645F}" sibTransId="{2E4E69E9-6142-4D28-BBDE-46FD8616771B}"/>
    <dgm:cxn modelId="{3679D534-3935-4498-9D9C-077A309B91FF}" srcId="{E1978410-5E73-4AC8-AA9D-31E2A56AE980}" destId="{41DEED84-0CBE-43D6-B98D-65EF33B604BA}" srcOrd="2" destOrd="0" parTransId="{9AE221E3-1A62-4C51-9596-4865587628A8}" sibTransId="{3CBE5F73-4250-4795-B99D-BBF4967ECDC9}"/>
    <dgm:cxn modelId="{A82FF66C-B61F-4A7E-9D8F-EA2A2A927304}" srcId="{E1978410-5E73-4AC8-AA9D-31E2A56AE980}" destId="{D3210748-DA01-4D05-8A57-B8FA1844C665}" srcOrd="0" destOrd="0" parTransId="{6A1AB792-A347-46FE-9B2F-427D3610B7BF}" sibTransId="{7A484A83-4733-437D-A8B6-B89B7831F7F1}"/>
    <dgm:cxn modelId="{3DECB47B-FEAF-0C47-A0B6-6BE653185CF8}" type="presOf" srcId="{E1978410-5E73-4AC8-AA9D-31E2A56AE980}" destId="{3FCFA8D4-721D-B148-B119-74A0341EDB3A}" srcOrd="0" destOrd="0" presId="urn:microsoft.com/office/officeart/2005/8/layout/hierarchy1"/>
    <dgm:cxn modelId="{73EB7AA9-C01A-4744-9CDF-4EF3556216C8}" type="presOf" srcId="{D3210748-DA01-4D05-8A57-B8FA1844C665}" destId="{03D740AB-68AB-CE4C-8708-1007F416246D}" srcOrd="0" destOrd="0" presId="urn:microsoft.com/office/officeart/2005/8/layout/hierarchy1"/>
    <dgm:cxn modelId="{0C05CAD2-1F79-5648-81E9-1B1E39459508}" type="presOf" srcId="{47D20F1F-7620-41BF-8CBA-C9E9323FF8F0}" destId="{092E8BCE-BB67-ED4B-8FA4-5F9BCE317AD7}" srcOrd="0" destOrd="0" presId="urn:microsoft.com/office/officeart/2005/8/layout/hierarchy1"/>
    <dgm:cxn modelId="{FB5740E4-BEF0-7D48-B746-B740FEA12537}" type="presOf" srcId="{83FE802B-A6A8-47E4-803E-70ECC23A834E}" destId="{01BA6D4E-34AF-DE4F-A80E-73F1FA07EC13}" srcOrd="0" destOrd="0" presId="urn:microsoft.com/office/officeart/2005/8/layout/hierarchy1"/>
    <dgm:cxn modelId="{A560C589-9C43-0B40-AD62-9D66AFDD9474}" type="presParOf" srcId="{3FCFA8D4-721D-B148-B119-74A0341EDB3A}" destId="{9422F298-4CAB-BD48-8ABA-CB782285D81F}" srcOrd="0" destOrd="0" presId="urn:microsoft.com/office/officeart/2005/8/layout/hierarchy1"/>
    <dgm:cxn modelId="{D54BA238-72B8-3643-86AD-58AABC332425}" type="presParOf" srcId="{9422F298-4CAB-BD48-8ABA-CB782285D81F}" destId="{90CB32E4-8E6D-294D-B1D0-90B111593B9F}" srcOrd="0" destOrd="0" presId="urn:microsoft.com/office/officeart/2005/8/layout/hierarchy1"/>
    <dgm:cxn modelId="{C2FC8CFE-9FA3-C345-AE80-E2540007DBC5}" type="presParOf" srcId="{90CB32E4-8E6D-294D-B1D0-90B111593B9F}" destId="{993906DD-89FA-9E4E-9732-311B30C51402}" srcOrd="0" destOrd="0" presId="urn:microsoft.com/office/officeart/2005/8/layout/hierarchy1"/>
    <dgm:cxn modelId="{A7015E1E-16D6-414F-91C8-B7DF77A20BAC}" type="presParOf" srcId="{90CB32E4-8E6D-294D-B1D0-90B111593B9F}" destId="{03D740AB-68AB-CE4C-8708-1007F416246D}" srcOrd="1" destOrd="0" presId="urn:microsoft.com/office/officeart/2005/8/layout/hierarchy1"/>
    <dgm:cxn modelId="{95D29A0B-CE5D-964C-A3EE-2F6BC80BD725}" type="presParOf" srcId="{9422F298-4CAB-BD48-8ABA-CB782285D81F}" destId="{0BEB2C19-30A7-2C45-9ECC-6F1B9E52CA12}" srcOrd="1" destOrd="0" presId="urn:microsoft.com/office/officeart/2005/8/layout/hierarchy1"/>
    <dgm:cxn modelId="{90017D51-D442-F641-8C22-1D4167F69A27}" type="presParOf" srcId="{3FCFA8D4-721D-B148-B119-74A0341EDB3A}" destId="{93011475-F699-6B4D-8244-233199784CA9}" srcOrd="1" destOrd="0" presId="urn:microsoft.com/office/officeart/2005/8/layout/hierarchy1"/>
    <dgm:cxn modelId="{A9D8802A-D1D6-E441-A8C6-620087DA1DE3}" type="presParOf" srcId="{93011475-F699-6B4D-8244-233199784CA9}" destId="{59FAF868-7488-3040-84D3-8FD9B9A0CD7F}" srcOrd="0" destOrd="0" presId="urn:microsoft.com/office/officeart/2005/8/layout/hierarchy1"/>
    <dgm:cxn modelId="{B05B3189-105C-C047-85B8-FEF85A3700D1}" type="presParOf" srcId="{59FAF868-7488-3040-84D3-8FD9B9A0CD7F}" destId="{DD777AA4-1E8E-9A42-8CFA-27C58446C656}" srcOrd="0" destOrd="0" presId="urn:microsoft.com/office/officeart/2005/8/layout/hierarchy1"/>
    <dgm:cxn modelId="{AD90E511-07D9-AB4F-AA16-85342207BEE1}" type="presParOf" srcId="{59FAF868-7488-3040-84D3-8FD9B9A0CD7F}" destId="{092E8BCE-BB67-ED4B-8FA4-5F9BCE317AD7}" srcOrd="1" destOrd="0" presId="urn:microsoft.com/office/officeart/2005/8/layout/hierarchy1"/>
    <dgm:cxn modelId="{F6EAF049-56F5-444D-9219-7C8ACA2A0196}" type="presParOf" srcId="{93011475-F699-6B4D-8244-233199784CA9}" destId="{7DBD0C52-E04D-6E4B-B232-7BD0A6B2772A}" srcOrd="1" destOrd="0" presId="urn:microsoft.com/office/officeart/2005/8/layout/hierarchy1"/>
    <dgm:cxn modelId="{0F7E0D44-6F2C-934E-9363-45D9C89A8254}" type="presParOf" srcId="{3FCFA8D4-721D-B148-B119-74A0341EDB3A}" destId="{A8762B96-26A4-1A40-908B-94696944B647}" srcOrd="2" destOrd="0" presId="urn:microsoft.com/office/officeart/2005/8/layout/hierarchy1"/>
    <dgm:cxn modelId="{5C80F682-05FB-E94E-BF79-5F6A4AC42A30}" type="presParOf" srcId="{A8762B96-26A4-1A40-908B-94696944B647}" destId="{C6F01277-E483-CA4A-9E58-F3F9B4CB5CD1}" srcOrd="0" destOrd="0" presId="urn:microsoft.com/office/officeart/2005/8/layout/hierarchy1"/>
    <dgm:cxn modelId="{357561FE-B1B9-A946-96B9-15D156B00EF4}" type="presParOf" srcId="{C6F01277-E483-CA4A-9E58-F3F9B4CB5CD1}" destId="{96161152-EF77-014B-A496-A0EB4C575267}" srcOrd="0" destOrd="0" presId="urn:microsoft.com/office/officeart/2005/8/layout/hierarchy1"/>
    <dgm:cxn modelId="{1D7853BA-0717-6547-983A-5C1DFA6C04ED}" type="presParOf" srcId="{C6F01277-E483-CA4A-9E58-F3F9B4CB5CD1}" destId="{4DE68624-E611-CB48-8C77-98D8DBB65A82}" srcOrd="1" destOrd="0" presId="urn:microsoft.com/office/officeart/2005/8/layout/hierarchy1"/>
    <dgm:cxn modelId="{1C185B6A-F55C-9E44-A96E-1D32D1DA0327}" type="presParOf" srcId="{A8762B96-26A4-1A40-908B-94696944B647}" destId="{BEDAD95B-67C1-6A42-8DA8-AE3AB1EAE72C}" srcOrd="1" destOrd="0" presId="urn:microsoft.com/office/officeart/2005/8/layout/hierarchy1"/>
    <dgm:cxn modelId="{22524F7D-0C99-214F-8430-D509FC88A2D4}" type="presParOf" srcId="{3FCFA8D4-721D-B148-B119-74A0341EDB3A}" destId="{E3F4F101-D356-454B-B04C-03BF36F3E01F}" srcOrd="3" destOrd="0" presId="urn:microsoft.com/office/officeart/2005/8/layout/hierarchy1"/>
    <dgm:cxn modelId="{E5C95B16-F8F0-2A46-88D3-4D36FFF825E0}" type="presParOf" srcId="{E3F4F101-D356-454B-B04C-03BF36F3E01F}" destId="{15CEB554-1952-E345-8B4E-030EA34F6A5E}" srcOrd="0" destOrd="0" presId="urn:microsoft.com/office/officeart/2005/8/layout/hierarchy1"/>
    <dgm:cxn modelId="{E3D8E4BD-EBB9-FA46-BF05-706B14375759}" type="presParOf" srcId="{15CEB554-1952-E345-8B4E-030EA34F6A5E}" destId="{F640CA27-F8E7-1A42-848B-7B9F27BB2009}" srcOrd="0" destOrd="0" presId="urn:microsoft.com/office/officeart/2005/8/layout/hierarchy1"/>
    <dgm:cxn modelId="{8478CE61-624D-C641-8A7A-D743202AC93D}" type="presParOf" srcId="{15CEB554-1952-E345-8B4E-030EA34F6A5E}" destId="{01BA6D4E-34AF-DE4F-A80E-73F1FA07EC13}" srcOrd="1" destOrd="0" presId="urn:microsoft.com/office/officeart/2005/8/layout/hierarchy1"/>
    <dgm:cxn modelId="{D31E81AE-A016-A445-9E9C-3DDAE56EB1D2}" type="presParOf" srcId="{E3F4F101-D356-454B-B04C-03BF36F3E01F}" destId="{99AED655-C4C3-C54E-B7DF-BA56A46434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DBF2F-6E01-44BC-8BD6-1F2F2434801F}">
      <dsp:nvSpPr>
        <dsp:cNvPr id="0" name=""/>
        <dsp:cNvSpPr/>
      </dsp:nvSpPr>
      <dsp:spPr>
        <a:xfrm>
          <a:off x="0" y="459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1CB5E-BBFD-4245-B3E2-FAB62DCA1684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B616B-76B4-4A7A-B92A-542B35C5147D}">
      <dsp:nvSpPr>
        <dsp:cNvPr id="0" name=""/>
        <dsp:cNvSpPr/>
      </dsp:nvSpPr>
      <dsp:spPr>
        <a:xfrm>
          <a:off x="1242914" y="459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Classify mushrooms as Toxic or Non-toxic.</a:t>
          </a:r>
        </a:p>
      </dsp:txBody>
      <dsp:txXfrm>
        <a:off x="1242914" y="459"/>
        <a:ext cx="9912765" cy="1076116"/>
      </dsp:txXfrm>
    </dsp:sp>
    <dsp:sp modelId="{F6B50361-CF67-400B-BB98-790B83903366}">
      <dsp:nvSpPr>
        <dsp:cNvPr id="0" name=""/>
        <dsp:cNvSpPr/>
      </dsp:nvSpPr>
      <dsp:spPr>
        <a:xfrm>
          <a:off x="0" y="1345605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F55F3-28C1-46E8-8A63-C997747BD81F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D7F3B-84B2-49CC-A386-8C903CBAFB7E}">
      <dsp:nvSpPr>
        <dsp:cNvPr id="0" name=""/>
        <dsp:cNvSpPr/>
      </dsp:nvSpPr>
      <dsp:spPr>
        <a:xfrm>
          <a:off x="1242914" y="1345605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Dataset: UCI Mushroom Dataset</a:t>
          </a:r>
        </a:p>
      </dsp:txBody>
      <dsp:txXfrm>
        <a:off x="1242914" y="1345605"/>
        <a:ext cx="9912765" cy="1076116"/>
      </dsp:txXfrm>
    </dsp:sp>
    <dsp:sp modelId="{3F3F9016-29B2-4A36-9AD3-EF34C5426962}">
      <dsp:nvSpPr>
        <dsp:cNvPr id="0" name=""/>
        <dsp:cNvSpPr/>
      </dsp:nvSpPr>
      <dsp:spPr>
        <a:xfrm>
          <a:off x="0" y="2690751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B88BF-7832-4F89-94A8-446B0D2B81DD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DC1CB-A346-4BF9-9592-31CAF63455C1}">
      <dsp:nvSpPr>
        <dsp:cNvPr id="0" name=""/>
        <dsp:cNvSpPr/>
      </dsp:nvSpPr>
      <dsp:spPr>
        <a:xfrm>
          <a:off x="1242914" y="2690751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Methodology: Logistic Regression with Gradient Descent</a:t>
          </a:r>
        </a:p>
      </dsp:txBody>
      <dsp:txXfrm>
        <a:off x="1242914" y="2690751"/>
        <a:ext cx="9912765" cy="1076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C9CF7-2BD0-F943-A090-95505C81B288}">
      <dsp:nvSpPr>
        <dsp:cNvPr id="0" name=""/>
        <dsp:cNvSpPr/>
      </dsp:nvSpPr>
      <dsp:spPr>
        <a:xfrm>
          <a:off x="0" y="45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6F40D-DD73-6444-A539-85C30631BCD1}">
      <dsp:nvSpPr>
        <dsp:cNvPr id="0" name=""/>
        <dsp:cNvSpPr/>
      </dsp:nvSpPr>
      <dsp:spPr>
        <a:xfrm>
          <a:off x="0" y="459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Categorical-only data</a:t>
          </a:r>
        </a:p>
      </dsp:txBody>
      <dsp:txXfrm>
        <a:off x="0" y="459"/>
        <a:ext cx="11155680" cy="753281"/>
      </dsp:txXfrm>
    </dsp:sp>
    <dsp:sp modelId="{BCD6290B-A5B7-EF4A-A30E-EF0AB286C1B4}">
      <dsp:nvSpPr>
        <dsp:cNvPr id="0" name=""/>
        <dsp:cNvSpPr/>
      </dsp:nvSpPr>
      <dsp:spPr>
        <a:xfrm>
          <a:off x="0" y="75374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FF4A2-3C01-F941-903F-3342C07B93DE}">
      <dsp:nvSpPr>
        <dsp:cNvPr id="0" name=""/>
        <dsp:cNvSpPr/>
      </dsp:nvSpPr>
      <dsp:spPr>
        <a:xfrm>
          <a:off x="0" y="753741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Clean, structured</a:t>
          </a:r>
        </a:p>
      </dsp:txBody>
      <dsp:txXfrm>
        <a:off x="0" y="753741"/>
        <a:ext cx="11155680" cy="753281"/>
      </dsp:txXfrm>
    </dsp:sp>
    <dsp:sp modelId="{20D32727-9552-B94A-B411-E5CEE96223FD}">
      <dsp:nvSpPr>
        <dsp:cNvPr id="0" name=""/>
        <dsp:cNvSpPr/>
      </dsp:nvSpPr>
      <dsp:spPr>
        <a:xfrm>
          <a:off x="0" y="1507023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EBE9B-D596-0D4E-A9A2-4D16F5DA1AC6}">
      <dsp:nvSpPr>
        <dsp:cNvPr id="0" name=""/>
        <dsp:cNvSpPr/>
      </dsp:nvSpPr>
      <dsp:spPr>
        <a:xfrm>
          <a:off x="0" y="1507023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Ideal for binary classification</a:t>
          </a:r>
        </a:p>
      </dsp:txBody>
      <dsp:txXfrm>
        <a:off x="0" y="1507023"/>
        <a:ext cx="11155680" cy="753281"/>
      </dsp:txXfrm>
    </dsp:sp>
    <dsp:sp modelId="{85889B12-4AD8-2147-B5C4-0A4D96D2A065}">
      <dsp:nvSpPr>
        <dsp:cNvPr id="0" name=""/>
        <dsp:cNvSpPr/>
      </dsp:nvSpPr>
      <dsp:spPr>
        <a:xfrm>
          <a:off x="0" y="226030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70C13-6C96-A344-9B44-5D4507D7FDD6}">
      <dsp:nvSpPr>
        <dsp:cNvPr id="0" name=""/>
        <dsp:cNvSpPr/>
      </dsp:nvSpPr>
      <dsp:spPr>
        <a:xfrm>
          <a:off x="0" y="2260304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Clear patterns in variables</a:t>
          </a:r>
        </a:p>
      </dsp:txBody>
      <dsp:txXfrm>
        <a:off x="0" y="2260304"/>
        <a:ext cx="11155680" cy="753281"/>
      </dsp:txXfrm>
    </dsp:sp>
    <dsp:sp modelId="{9DFEC8CF-5622-3747-BADB-D0F329B9A9C3}">
      <dsp:nvSpPr>
        <dsp:cNvPr id="0" name=""/>
        <dsp:cNvSpPr/>
      </dsp:nvSpPr>
      <dsp:spPr>
        <a:xfrm>
          <a:off x="0" y="301358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27D11-2C08-064A-95F0-FE8EE6737AF5}">
      <dsp:nvSpPr>
        <dsp:cNvPr id="0" name=""/>
        <dsp:cNvSpPr/>
      </dsp:nvSpPr>
      <dsp:spPr>
        <a:xfrm>
          <a:off x="0" y="3013586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Has missing values as per our project’s requirement.</a:t>
          </a:r>
        </a:p>
      </dsp:txBody>
      <dsp:txXfrm>
        <a:off x="0" y="3013586"/>
        <a:ext cx="11155680" cy="7532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DDED9-E5CB-DF42-BCFC-E46569313A6A}">
      <dsp:nvSpPr>
        <dsp:cNvPr id="0" name=""/>
        <dsp:cNvSpPr/>
      </dsp:nvSpPr>
      <dsp:spPr>
        <a:xfrm>
          <a:off x="0" y="45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38EB5-50AB-D24E-993A-3BD2BAEE1E0E}">
      <dsp:nvSpPr>
        <dsp:cNvPr id="0" name=""/>
        <dsp:cNvSpPr/>
      </dsp:nvSpPr>
      <dsp:spPr>
        <a:xfrm>
          <a:off x="0" y="459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mislabeled data</a:t>
          </a:r>
        </a:p>
      </dsp:txBody>
      <dsp:txXfrm>
        <a:off x="0" y="459"/>
        <a:ext cx="11155680" cy="753281"/>
      </dsp:txXfrm>
    </dsp:sp>
    <dsp:sp modelId="{C5CE6C1A-BE2A-B844-A2CB-2750AF2A6BA7}">
      <dsp:nvSpPr>
        <dsp:cNvPr id="0" name=""/>
        <dsp:cNvSpPr/>
      </dsp:nvSpPr>
      <dsp:spPr>
        <a:xfrm>
          <a:off x="0" y="75374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0E096-7EED-6F4E-933C-9F79EC1CF64D}">
      <dsp:nvSpPr>
        <dsp:cNvPr id="0" name=""/>
        <dsp:cNvSpPr/>
      </dsp:nvSpPr>
      <dsp:spPr>
        <a:xfrm>
          <a:off x="0" y="753741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Proper preprocessing &amp; tuning</a:t>
          </a:r>
        </a:p>
      </dsp:txBody>
      <dsp:txXfrm>
        <a:off x="0" y="753741"/>
        <a:ext cx="11155680" cy="753281"/>
      </dsp:txXfrm>
    </dsp:sp>
    <dsp:sp modelId="{6A9D9BBB-E4A8-2B41-ABA8-FE8CEA581391}">
      <dsp:nvSpPr>
        <dsp:cNvPr id="0" name=""/>
        <dsp:cNvSpPr/>
      </dsp:nvSpPr>
      <dsp:spPr>
        <a:xfrm>
          <a:off x="0" y="1507023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B25DC-C874-DE45-AD2B-E916D5859CAD}">
      <dsp:nvSpPr>
        <dsp:cNvPr id="0" name=""/>
        <dsp:cNvSpPr/>
      </dsp:nvSpPr>
      <dsp:spPr>
        <a:xfrm>
          <a:off x="0" y="1507023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Sklearn uses L2 regularization</a:t>
          </a:r>
        </a:p>
      </dsp:txBody>
      <dsp:txXfrm>
        <a:off x="0" y="1507023"/>
        <a:ext cx="11155680" cy="753281"/>
      </dsp:txXfrm>
    </dsp:sp>
    <dsp:sp modelId="{0689BEE2-122B-D74F-8C58-7ADB9F982518}">
      <dsp:nvSpPr>
        <dsp:cNvPr id="0" name=""/>
        <dsp:cNvSpPr/>
      </dsp:nvSpPr>
      <dsp:spPr>
        <a:xfrm>
          <a:off x="0" y="226030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52298-F537-DA47-8AFB-BC1BB13D6E9C}">
      <dsp:nvSpPr>
        <dsp:cNvPr id="0" name=""/>
        <dsp:cNvSpPr/>
      </dsp:nvSpPr>
      <dsp:spPr>
        <a:xfrm>
          <a:off x="0" y="2260304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Missing value treatment</a:t>
          </a:r>
        </a:p>
      </dsp:txBody>
      <dsp:txXfrm>
        <a:off x="0" y="2260304"/>
        <a:ext cx="11155680" cy="753281"/>
      </dsp:txXfrm>
    </dsp:sp>
    <dsp:sp modelId="{1BDA1F70-8D8A-1F44-9B12-EFA366EC80E5}">
      <dsp:nvSpPr>
        <dsp:cNvPr id="0" name=""/>
        <dsp:cNvSpPr/>
      </dsp:nvSpPr>
      <dsp:spPr>
        <a:xfrm>
          <a:off x="0" y="301358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97052-4D9E-A54C-948D-3E70D27FDEFE}">
      <dsp:nvSpPr>
        <dsp:cNvPr id="0" name=""/>
        <dsp:cNvSpPr/>
      </dsp:nvSpPr>
      <dsp:spPr>
        <a:xfrm>
          <a:off x="0" y="3013586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Learning rate and convergence settings were properly tuned</a:t>
          </a:r>
        </a:p>
      </dsp:txBody>
      <dsp:txXfrm>
        <a:off x="0" y="3013586"/>
        <a:ext cx="11155680" cy="7532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906DD-89FA-9E4E-9732-311B30C51402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740AB-68AB-CE4C-8708-1007F416246D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Logistic Regression is effective for binary classification</a:t>
          </a:r>
        </a:p>
      </dsp:txBody>
      <dsp:txXfrm>
        <a:off x="305985" y="1309163"/>
        <a:ext cx="2246997" cy="1395157"/>
      </dsp:txXfrm>
    </dsp:sp>
    <dsp:sp modelId="{DD777AA4-1E8E-9A42-8CFA-27C58446C656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E8BCE-BB67-ED4B-8FA4-5F9BCE317AD7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High interpretability</a:t>
          </a:r>
        </a:p>
      </dsp:txBody>
      <dsp:txXfrm>
        <a:off x="3158416" y="1309163"/>
        <a:ext cx="2246997" cy="1395157"/>
      </dsp:txXfrm>
    </dsp:sp>
    <dsp:sp modelId="{96161152-EF77-014B-A496-A0EB4C575267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68624-E611-CB48-8C77-98D8DBB65A82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 model performance close to Sklearn</a:t>
          </a:r>
        </a:p>
      </dsp:txBody>
      <dsp:txXfrm>
        <a:off x="6010847" y="1309163"/>
        <a:ext cx="2246997" cy="1395157"/>
      </dsp:txXfrm>
    </dsp:sp>
    <dsp:sp modelId="{F640CA27-F8E7-1A42-848B-7B9F27BB2009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A6D4E-34AF-DE4F-A80E-73F1FA07EC13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structure played a key role</a:t>
          </a:r>
        </a:p>
      </dsp:txBody>
      <dsp:txXfrm>
        <a:off x="8863279" y="1309163"/>
        <a:ext cx="2246997" cy="1395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8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5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5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4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5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36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8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0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5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9" r:id="rId6"/>
    <p:sldLayoutId id="2147483704" r:id="rId7"/>
    <p:sldLayoutId id="2147483705" r:id="rId8"/>
    <p:sldLayoutId id="2147483706" r:id="rId9"/>
    <p:sldLayoutId id="2147483708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AD71E-916A-335D-9D5D-3633E8851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549" y="1545078"/>
            <a:ext cx="6126479" cy="34716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Decoding Mushroom Toxicity with Logistic Regression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58F02-14D8-6680-4C6B-D828A9C65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577" y="4594040"/>
            <a:ext cx="6123141" cy="1310419"/>
          </a:xfrm>
        </p:spPr>
        <p:txBody>
          <a:bodyPr anchor="b">
            <a:normAutofit/>
          </a:bodyPr>
          <a:lstStyle/>
          <a:p>
            <a:r>
              <a:rPr lang="en-US" sz="2400" b="1"/>
              <a:t>Presented By</a:t>
            </a:r>
          </a:p>
          <a:p>
            <a:r>
              <a:rPr lang="en-US" sz="2400"/>
              <a:t>Shams E Alam Prianka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70D10B-6EA2-89DB-412E-A83B8139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F3CCD-9406-CDC2-D2AF-64232166F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89" r="26908" b="-1"/>
          <a:stretch/>
        </p:blipFill>
        <p:spPr>
          <a:xfrm>
            <a:off x="7162219" y="709967"/>
            <a:ext cx="4528232" cy="5470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0301BA4-10E6-44CC-9EEC-727EDF3B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1513" y="6300216"/>
            <a:ext cx="452183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3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1F7489-D3A8-6BFC-A63C-BBFDAED64E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160" y="1980633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Dataset Overview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8124 instances, 22 categorical features</a:t>
            </a:r>
          </a:p>
          <a:p>
            <a:r>
              <a:rPr lang="en-US" dirty="0"/>
              <a:t>Target: Edibility (Edible vs Poisonous)</a:t>
            </a:r>
          </a:p>
          <a:p>
            <a:r>
              <a:rPr lang="en-US" dirty="0"/>
              <a:t>Missing values in ‘stalk-root’ feature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25C0146-1ED6-C047-3059-43EC800F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50" r="-3" b="6089"/>
          <a:stretch/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9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Dataset?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CBE78-8AB8-1EA0-14A4-FA865DEE30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160" y="1980633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724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7376" y="978408"/>
            <a:ext cx="5230368" cy="1463040"/>
          </a:xfrm>
        </p:spPr>
        <p:txBody>
          <a:bodyPr>
            <a:normAutofit/>
          </a:bodyPr>
          <a:lstStyle/>
          <a:p>
            <a:r>
              <a:rPr lang="en-US" dirty="0"/>
              <a:t>Data Preprocessing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E76635-0C00-1454-784D-C3C53C470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92" b="-2"/>
          <a:stretch/>
        </p:blipFill>
        <p:spPr>
          <a:xfrm>
            <a:off x="517870" y="508090"/>
            <a:ext cx="5057307" cy="27797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3314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C81CD-AA7C-67FD-E47B-17DCC4166B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3" b="-2"/>
          <a:stretch/>
        </p:blipFill>
        <p:spPr>
          <a:xfrm>
            <a:off x="517870" y="3566160"/>
            <a:ext cx="5057307" cy="277977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7376" y="2578608"/>
            <a:ext cx="5230368" cy="3767328"/>
          </a:xfrm>
        </p:spPr>
        <p:txBody>
          <a:bodyPr>
            <a:normAutofit/>
          </a:bodyPr>
          <a:lstStyle/>
          <a:p>
            <a:r>
              <a:rPr lang="en-US" dirty="0"/>
              <a:t>Handled missing values ('?' → 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r>
              <a:rPr lang="en-US" dirty="0"/>
              <a:t>Label encoding of all features</a:t>
            </a:r>
          </a:p>
          <a:p>
            <a:r>
              <a:rPr lang="en-US" dirty="0"/>
              <a:t>Example: odor, gill-size, cap-shape</a:t>
            </a:r>
          </a:p>
          <a:p>
            <a:r>
              <a:rPr lang="en-US" dirty="0"/>
              <a:t>Odor: almond = 0, foul = 2, etc.</a:t>
            </a:r>
          </a:p>
          <a:p>
            <a:r>
              <a:rPr lang="en-US" dirty="0"/>
              <a:t>Cap color, bruises, spore print color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1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980633"/>
            <a:ext cx="11155680" cy="3767328"/>
          </a:xfrm>
        </p:spPr>
        <p:txBody>
          <a:bodyPr/>
          <a:lstStyle/>
          <a:p>
            <a:r>
              <a:rPr lang="en-US" dirty="0"/>
              <a:t>Feature correlation with toxicity</a:t>
            </a:r>
          </a:p>
          <a:p>
            <a:r>
              <a:rPr lang="en-US" dirty="0"/>
              <a:t>Top predictors: gill-size, gill-color, bruises</a:t>
            </a:r>
          </a:p>
          <a:p>
            <a:r>
              <a:rPr lang="en-US" dirty="0"/>
              <a:t>Multicollinearity minimal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CA933E98-590B-6971-CE3F-125B5C6BF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618" y="0"/>
            <a:ext cx="6257382" cy="665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EFFD232-4D6E-B728-714D-765324CD5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592" y="3213123"/>
            <a:ext cx="2653866" cy="34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4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</a:t>
            </a:r>
            <a:endParaRPr dirty="0"/>
          </a:p>
        </p:txBody>
      </p:sp>
      <p:pic>
        <p:nvPicPr>
          <p:cNvPr id="5" name="Picture 4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CE841917-BCB9-BF0F-4CF1-4760BDA85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5" r="23162"/>
          <a:stretch/>
        </p:blipFill>
        <p:spPr bwMode="auto">
          <a:xfrm>
            <a:off x="517868" y="508090"/>
            <a:ext cx="5705856" cy="5846990"/>
          </a:xfrm>
          <a:prstGeom prst="rect">
            <a:avLst/>
          </a:prstGeom>
          <a:noFill/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Density plots: odor, cap-color</a:t>
            </a:r>
          </a:p>
        </p:txBody>
      </p:sp>
    </p:spTree>
    <p:extLst>
      <p:ext uri="{BB962C8B-B14F-4D97-AF65-F5344CB8AC3E}">
        <p14:creationId xmlns:p14="http://schemas.microsoft.com/office/powerpoint/2010/main" val="134178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From Scratch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980633"/>
            <a:ext cx="11155680" cy="3767328"/>
          </a:xfrm>
        </p:spPr>
        <p:txBody>
          <a:bodyPr/>
          <a:lstStyle/>
          <a:p>
            <a:r>
              <a:rPr lang="en-US" dirty="0"/>
              <a:t>Gradient Descent</a:t>
            </a:r>
          </a:p>
          <a:p>
            <a:r>
              <a:rPr lang="en-US" dirty="0"/>
              <a:t>Learning Rate: 0.1 (optimal)</a:t>
            </a:r>
          </a:p>
          <a:p>
            <a:r>
              <a:rPr lang="en-US" dirty="0"/>
              <a:t>Iterations: 1000</a:t>
            </a:r>
          </a:p>
          <a:p>
            <a:r>
              <a:rPr lang="en-US" dirty="0"/>
              <a:t>Convergence tolerance: 1e-6</a:t>
            </a:r>
          </a:p>
          <a:p>
            <a:r>
              <a:rPr lang="en-US" dirty="0"/>
              <a:t>Sigmoid activation and Bias term included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graph with a line&#10;&#10;Description automatically generated">
            <a:extLst>
              <a:ext uri="{FF2B5EF4-FFF2-40B4-BE49-F238E27FC236}">
                <a16:creationId xmlns:a16="http://schemas.microsoft.com/office/drawing/2014/main" id="{105C34AC-033C-FB9F-72C2-53C47784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100" y="1830735"/>
            <a:ext cx="3955692" cy="316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3DC616D-FD57-A4D7-C1F7-02443DE2B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648" y="1980633"/>
            <a:ext cx="2444356" cy="325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6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 Regression From Scratch</a:t>
            </a:r>
            <a:endParaRPr lang="en-US" dirty="0"/>
          </a:p>
        </p:txBody>
      </p:sp>
      <p:pic>
        <p:nvPicPr>
          <p:cNvPr id="8" name="Picture 7" descr="A graph with blue and red squares&#10;&#10;Description automatically generated">
            <a:extLst>
              <a:ext uri="{FF2B5EF4-FFF2-40B4-BE49-F238E27FC236}">
                <a16:creationId xmlns:a16="http://schemas.microsoft.com/office/drawing/2014/main" id="{6560833F-9A7C-D924-A4A5-F0891CCE4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744" y="3791141"/>
            <a:ext cx="3969214" cy="298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graph of a custom model&#10;&#10;Description automatically generated">
            <a:extLst>
              <a:ext uri="{FF2B5EF4-FFF2-40B4-BE49-F238E27FC236}">
                <a16:creationId xmlns:a16="http://schemas.microsoft.com/office/drawing/2014/main" id="{89895B51-01C1-3FD1-AC27-C0531F08A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674" y="1709928"/>
            <a:ext cx="4294503" cy="343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523B2A81-3AF3-0BFA-3096-503C8063A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1" y="1630235"/>
            <a:ext cx="4664075" cy="2160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7478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66AF0-4874-A1FE-F33A-CB78464E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51" y="1263332"/>
            <a:ext cx="9118600" cy="21656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2D0CDC-7DB1-A3A0-1F5C-943480E8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987" y="4060065"/>
            <a:ext cx="68326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2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ROC Curve Comparison</a:t>
            </a:r>
            <a:endParaRPr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aph with a line and a point&#10;&#10;Description automatically generated with medium confidence">
            <a:extLst>
              <a:ext uri="{FF2B5EF4-FFF2-40B4-BE49-F238E27FC236}">
                <a16:creationId xmlns:a16="http://schemas.microsoft.com/office/drawing/2014/main" id="{B10F8FFE-B7F2-621C-6674-DAEEAD66F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146" y="1738743"/>
            <a:ext cx="5763958" cy="4611167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9168" y="2299118"/>
            <a:ext cx="5129784" cy="4050792"/>
          </a:xfrm>
        </p:spPr>
        <p:txBody>
          <a:bodyPr>
            <a:normAutofit/>
          </a:bodyPr>
          <a:lstStyle/>
          <a:p>
            <a:r>
              <a:rPr lang="en-US" dirty="0"/>
              <a:t>Custom Model AUC: 0.9662</a:t>
            </a:r>
          </a:p>
          <a:p>
            <a:r>
              <a:rPr lang="en-US" dirty="0" err="1"/>
              <a:t>Sklearn</a:t>
            </a:r>
            <a:r>
              <a:rPr lang="en-US" dirty="0"/>
              <a:t> Model AUC: 0.9819</a:t>
            </a:r>
          </a:p>
          <a:p>
            <a:r>
              <a:rPr lang="en-US" dirty="0"/>
              <a:t>Both show excellent separation</a:t>
            </a:r>
          </a:p>
        </p:txBody>
      </p:sp>
    </p:spTree>
    <p:extLst>
      <p:ext uri="{BB962C8B-B14F-4D97-AF65-F5344CB8AC3E}">
        <p14:creationId xmlns:p14="http://schemas.microsoft.com/office/powerpoint/2010/main" val="308568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High Accuracy?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9FA27E-1250-2300-4E6F-693167A3B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337714"/>
              </p:ext>
            </p:extLst>
          </p:nvPr>
        </p:nvGraphicFramePr>
        <p:xfrm>
          <a:off x="518160" y="1980633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1682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Conclusion &amp; Insights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5ED70-0375-190B-086A-A39EB4EF8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42872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358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/>
              <a:t>Thank You!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Question marks in a line and one question mark is lit">
            <a:extLst>
              <a:ext uri="{FF2B5EF4-FFF2-40B4-BE49-F238E27FC236}">
                <a16:creationId xmlns:a16="http://schemas.microsoft.com/office/drawing/2014/main" id="{6DAA9FCA-ED02-9DFC-4608-364C3EAD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6" r="-1" b="13663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6206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69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253</Words>
  <Application>Microsoft Macintosh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Bierstadt</vt:lpstr>
      <vt:lpstr>GestaltVTI</vt:lpstr>
      <vt:lpstr>Decoding Mushroom Toxicity with Logistic Regression Analysis</vt:lpstr>
      <vt:lpstr>Introduction</vt:lpstr>
      <vt:lpstr>Dataset Overview</vt:lpstr>
      <vt:lpstr>Why this Dataset?</vt:lpstr>
      <vt:lpstr>Data Preprocessing</vt:lpstr>
      <vt:lpstr>Correlation Analysis</vt:lpstr>
      <vt:lpstr>Exploratory Data Analysis</vt:lpstr>
      <vt:lpstr>Logistic Regression From Scratch</vt:lpstr>
      <vt:lpstr>Logistic Regression From Scratch</vt:lpstr>
      <vt:lpstr>PowerPoint Presentation</vt:lpstr>
      <vt:lpstr>ROC Curve Comparison</vt:lpstr>
      <vt:lpstr>Why the High Accuracy?</vt:lpstr>
      <vt:lpstr>Conclusion &amp; Insights</vt:lpstr>
      <vt:lpstr>Thank You!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Tahashilder, Md Ibrahim</dc:creator>
  <cp:lastModifiedBy>Tahashilder, Md Ibrahim</cp:lastModifiedBy>
  <cp:revision>33</cp:revision>
  <dcterms:created xsi:type="dcterms:W3CDTF">2025-04-22T02:04:20Z</dcterms:created>
  <dcterms:modified xsi:type="dcterms:W3CDTF">2025-04-22T03:07:12Z</dcterms:modified>
</cp:coreProperties>
</file>